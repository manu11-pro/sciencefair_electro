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  <p:sldMasterId id="2147483696" r:id="rId5"/>
    <p:sldMasterId id="2147483708" r:id="rId6"/>
    <p:sldMasterId id="2147483720" r:id="rId7"/>
    <p:sldMasterId id="2147483732" r:id="rId8"/>
    <p:sldMasterId id="2147483744" r:id="rId9"/>
    <p:sldMasterId id="2147483756" r:id="rId10"/>
    <p:sldMasterId id="2147483768" r:id="rId11"/>
  </p:sldMasterIdLst>
  <p:notesMasterIdLst>
    <p:notesMasterId r:id="rId19"/>
  </p:notesMasterIdLst>
  <p:handoutMasterIdLst>
    <p:handoutMasterId r:id="rId20"/>
  </p:handout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1" d="100"/>
          <a:sy n="41" d="100"/>
        </p:scale>
        <p:origin x="79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1B13B9C-2A20-DFC5-0DE6-B8DDBC07131B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6D965E-02D8-9D56-9910-DB1C2FF3DB2F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4A0FB9-5433-E74C-5EDE-2A887C6C2381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EDAC9C-81A5-0F1C-7571-6E8223A0D22F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9968FEAA-68C6-44C2-A40C-9E8FFC38FD43}" type="slidenum">
              <a:t>‹#›</a:t>
            </a:fld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42317083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A94E36-16B5-E2A8-C981-C180EDF2D4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79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8EA823-0112-B00E-D8FD-6342EA8030AF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CD69ED4-FDC6-9435-4F14-48E770966B53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D4FAA9-A991-9AA9-2509-8E04E5089E6E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B9D4DD-CFE5-B024-6F9E-DA66079E9629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846A83-5FAE-B8B0-AE3C-678D143BC88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fld id="{45B04481-4C9E-420D-8335-2B99626E7DA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834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indent="-216000" hangingPunct="0">
      <a:tabLst/>
      <a:defRPr lang="en-US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8FE7E-CC06-AAA1-52AE-C3B99EEF77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F0A61F-F00F-8D69-A70B-CCA6399AC0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8042E-01F4-E987-B432-D45449F90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A5F53-7F4A-50EE-9904-74FB2A390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2606F-4137-5C9B-C78D-D06161E87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FDE4B80-8EBE-4C74-8F2F-9AA6472F588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717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B84BC-C321-5524-19C1-8D038293B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42816-205B-8FD2-653D-94DCE3BDF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B7E8A-0733-CEAF-B298-9E97BD117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E56CF-8837-15E8-0F1D-E5A27BE9A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49701-9ABD-0AFE-BACD-5047E2B08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207E94B-7160-4CBB-8123-8ABEA54C426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574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ABFB6-A584-0711-8CE1-92F6221F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4C1EB4-676D-2D4F-CFF5-981437325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9A6AD-B5F4-CBC0-0BCF-82C3B23B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03E6B-422C-CAAE-464D-EE9B2FB51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7C945-6607-EBD4-4EDD-7A9B5C1EE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B994485-AACF-4F08-B156-8D63650F5E6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839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A1A94-288F-FF81-2046-C82478CFD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90E65-0D84-779F-2F40-3359F2ED7E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4A0D68-1297-57C4-2B1E-21408B2815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48BDB-FA40-ABBD-6FF6-86CDCFF64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BD48B9-4D80-5888-1700-071734D73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7925E6-AB01-AF5B-39EA-2D2EEF672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D43AA8E-B71E-4E7D-96BD-0F1B768281A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391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00477-FC34-0B1E-956C-AF1CC949A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61D812-C80F-CD4E-0F99-28D98EAB2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CFD8C6-434C-B781-306F-5FCF781DF5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20BBE6-879D-27CC-6822-3DED994061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189824-43F1-AA11-6495-55F66C4B05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499CD7-D39F-7F78-8CE0-C93D8BACD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3EDCA0-F1EF-4EC7-8DBA-EB338B3E6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F87EE7-816D-A31D-0F28-9B800D26D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166693A-54BE-4DF0-A4FE-EEB95FFDE6F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224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9EC91-4152-3567-B868-911A4105A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0934B6-EA45-D1AF-15BD-039FB0175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5F71BE-140C-DE9F-7314-FD5D1E489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2C9DE2-CFB6-3788-6109-E0C6069EA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395789C-E6D9-4B4A-A6B5-A3832753E73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24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FCEBC3-E865-7517-AE12-E932FDF14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D91C3C-95C2-81EE-7BF1-B7F2A093F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FF66D-D77E-176E-6E46-FE60C17AD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EE7375D-589A-4DD2-9682-81397D6069C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153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3B0B3-E787-3BEB-8031-15F8ED6F2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A5750-3069-D6AF-D110-19C25D4A5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BD40A5-7467-54E8-E9B6-D18F6D82F3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E7C3FC-6EB7-B0AE-2CE0-3824D9F93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24BFDB-A09A-7E32-2419-CF4774C92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C21B9E-B74D-ED8F-28E0-98FBF38DB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62389E4-22B0-4067-AED7-0FBD03E1793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983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C5523-20DE-3C14-F809-F827B38F0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A4B714-133F-14AB-1691-EA2AC811B9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A80E43-A1EA-9AE2-DCDB-427617C431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88A740-9C81-785D-4340-55D568CEA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1F582E-A9A8-83F1-E20F-BEE5A23AD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B2EB6D-D164-068D-E288-D7CE2717E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B2D0E57-A6C6-4484-A1CE-E1F42D29523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915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1B97A-83B6-95EE-ADC7-8EAC547D7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9E87B0-0E8A-47AC-7477-F5FCC68467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2F7F8-0B5D-4B42-2230-660486EF7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604D1-4406-C144-E157-1B33BA5E1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D3714-7DB1-8DBC-3B0D-84DDBF1D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776DBC8-8B98-4DB6-879E-74233BA42FE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511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F5EA17-73BD-6D36-65D4-E9FB9ACAF9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86800" y="1825625"/>
            <a:ext cx="2667000" cy="43513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8D2E81-1410-0A42-17DB-CA05AE9264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1825625"/>
            <a:ext cx="7848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005D3-AE24-F726-1974-BFA0FE075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B7401-35CD-CFC1-E1C3-72FF15CBE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DFB71-C31D-88EC-B7AC-AFE8FEF58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4CFA4C1-D2C0-42AE-802C-B83EC6B2587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471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77D4F-8F44-A549-0D20-DB47531B4A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517214-85FB-E2A4-7F5F-9619B284AE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1E297-7917-5311-B9D0-F54B4C518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FF207-724F-3BD7-36B4-CAD41D56A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5D577-A309-DC82-8E7A-73BB8EE5C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986005B-C617-4DBF-9835-11215DB926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0120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B258D-668D-692C-180B-C8289DB93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070A7-6E25-EC6E-4606-EF438658D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57540-38CE-AB17-7077-A8F43650A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3EE33-1848-DFB3-13F2-2D91051F1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C11F3-8176-3569-FF6F-D77622607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66AE4A3-DB0B-47CC-97DF-E6F2A779636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6327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30A2B-0DEA-62C0-E6C4-8FA58AD25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35947F-4267-E660-CC47-F31C3888ED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C76CC4-2D78-2237-A14B-4D481F488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CBC89-759C-4E33-FF75-21590CBFD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A3776-1A35-4B44-11BE-E521E9409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7C5ADB0-9606-4AA9-92FA-6B89C331D3E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8605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556DE-F5EF-749D-F6D1-AB25130B6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25DA0-EC1E-5088-885E-50F7A71B43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E7FA32-D0F0-2812-C8AE-D538426DC0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40DB83-7DC8-FA88-899F-4856E8C91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7DC732-5780-F16A-B390-AD749DA74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B5862D-1588-5374-5969-0A158F450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7D77AEB-8C8C-4661-AA5C-71413A9AAA8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224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9426D-D271-3954-B4E8-249700426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75A20E-B114-8E8F-1BC1-A65AA8151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CE480D-7E76-86AE-A909-E9AF597912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07ABCB-1A38-0369-CC88-D59E3A6889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61877D-EF3E-D8E4-B990-403A6AEB85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EDB061-D432-99F6-DD4F-A8343343F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31FCBF-752D-65CB-7605-E0092B312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3ED2B3-B3DC-46A9-BF9C-2243C2AE7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E02CF6F-F04C-4287-8754-25E72A89280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2864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B25C6-6E15-2A56-0BB8-2A03F84D3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21DE47-D948-96FF-56EC-01B28EBB6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F77A8F-6040-384D-C8A8-934B1DCF3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69C78F-CD66-4F4D-2A87-E844FC7E6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AF78E63-B0F3-4EA7-A980-DA664386987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7142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6A19A6-0A93-68F8-4A2B-BAA21759C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350CFC-88AB-BA98-172C-6C8CAF4AE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DEA5AD-3B0F-C254-E30A-CA5EF3D0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51A882C-223F-42CD-A5CF-322C4151AC0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4983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F16AC-DFC7-2C09-B62F-6ECF1F8DB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429E2-8765-1BD6-5EF0-246E208F0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3EDD7A-522B-BDEF-86DD-A2D1E5F579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148398-7EB7-453B-B21C-286699249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B51E98-CD3D-59D1-EE38-A56107E31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8F72A4-5820-778E-2D5A-C9547ABEF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10464C5-299C-47DD-B198-CD3BB6C188D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1358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D3774-2D69-99FF-0D05-0A108E77D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206575-6518-2E53-AD62-5DD020C0A6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8579E8-2BA8-EA74-0D41-C0E011627A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99084F-A6F0-3501-BDB9-25B8ACBEB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364DA0-9C7E-92A1-D29C-A58EEA65B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08E51-897C-9935-EEDE-4595E49C5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77ADE33-0A8B-4ACC-A96D-3F5709BA44D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0127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1E18A-72D1-FA38-75C7-4CDFBB3FF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D010B2-546E-560E-1D0D-F2DEE49E8C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D16F9-D8E6-2E33-7430-5F38E6303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72533-073C-0B43-92BF-43880D85E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27CFB-714A-131F-D3F3-D69AD3131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01E939A-1B31-4248-BED2-A4D5FAA3A29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8025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15BE7A-12B0-B2A2-62D8-8FB7B1D742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79643B-A85F-9AAA-6B7E-AEF4E6F868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ACFC6-764F-793A-073D-6151BEFDF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7C006-10C2-B282-B77B-F1C408E1E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CD446-42CA-E40C-ECD5-73EAB3152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157BA26-4AB1-452A-9C9C-02FB04686D5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2627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06049-2C3F-8109-9CB3-487BC5B55A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9EA005-DE35-2D34-716E-89759AB819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D1CC5-9E00-BCC2-9329-F8C535AEE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7D2CD-F59D-85E1-E3A4-C83F45FEE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E3233-E7BD-9515-90E1-B657D013D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D832157-DFBD-44B6-BEFF-D3E1ADE1943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6435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7B3B9-0EAA-2A42-B674-914097CF8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23935-55B1-25ED-B186-6FAA7DF74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FB252-D975-A51D-C3AA-FF9C2CF67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C3001-15C8-6D3A-1745-9400FB4BC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2B30C-A2D4-FFEE-57DC-CE377F046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B75FE64-01F4-4A9D-A7AC-86649D55F9A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1762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1A8EE-BDFB-1296-4FF8-F1C55F841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66099-ED0B-BE2B-C277-8E97BDCEE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4305D-F487-F3FF-F631-860365FA6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8E7A2-943A-3001-28AE-D938EB582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A1288-EAD6-2A15-BECE-3D17FBC3A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05C1C3B-BA7A-4CD3-AA7E-59ED7B3E6F1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3188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4DDCC-E447-67C3-870D-4483CCD53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7C0C1-BD7A-4AEE-7905-8F82D7D84B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74638"/>
            <a:ext cx="29337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3A4145-894D-4B73-8814-37E08985E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43300" y="274638"/>
            <a:ext cx="29337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9CC6ED-BD76-A333-E5DF-78A3B6ABF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BB343D-33EC-9E96-825B-17965570D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F159AC-805F-84D6-DA37-05AECEBCF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327F0BD-3303-496C-B8F9-BE3C88904EB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2458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68984-ADD9-5C70-E50C-8CD80234A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D95CE4-328F-AF09-22B4-C432651535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5A17A9-F452-4BF1-449A-F8331CF1A0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187E6F-B243-EA54-E1EC-BC01A9E545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85A822-E05F-7A1F-AEC6-E27508CFEA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DB8D0B-B524-12EA-264D-4FB98391A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D4E67-5449-88E7-4F0E-59F453D2F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89E739-F7DA-4892-20BD-D96264AC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F5D89E1-2F36-4F8C-BD5D-E0B75B166B8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1722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B0616-B957-E2C5-A4E9-B77C70554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CD188D-F9C4-05FA-33D0-BEF259B14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4A8FA-F0D2-A79E-F753-C0212CB6D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B7E17E-F01B-DECA-0C61-DE0070CC4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BCB843F-D37E-4942-A28F-192B7DA2C91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53380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BAE688-3A21-C626-DA38-B334442B9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01560-D234-9DDF-5514-7D6AC1B3B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6D0B8F-1C7E-0D6A-03C5-A95806937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D112F3B-812E-4B64-9181-2BFFE69EE82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8149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88D04-FF7E-DD3D-30FC-FA5829EA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1987F-4D1C-5658-7B74-C942FCC46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DE7862-7FA6-135F-9881-CCDC5B1BFA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60010B-0B9A-985E-3B9C-921507DF7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0EC951-14C1-A8CB-9AAE-B3C8816E0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975431-ADCE-BAC9-95BE-F92C36BD3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F14F2BA-9568-45F7-932A-A574039C5DD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6426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64A13-7AF3-74E6-D436-51CE83330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5AE148-A4E2-9A31-5A99-699BEA2053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5AB46D-5449-18CE-D637-12D14BAF1C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27EE9E-92FF-A14B-E3CD-B9A85EE05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8BFFF4-368C-59EC-35ED-4144C5457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1CA353-3002-6E56-8019-E1516B56D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B41BE42-D2F3-42E9-8958-BBA92A9ECC6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3612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7D773-4024-E10B-589A-339168743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9B02B7-91EB-DF0F-C642-FBA5BA0994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43ECD-E5A0-D62F-E5EC-A2377B8DD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70035-2D73-86B6-7801-95868ADBA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31E01-ECDE-80CC-D22A-160C3C001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B76B92E-EEA8-418D-9708-EA837EEDBFC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7372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1E4DD1-06F6-39E1-3C0F-24D1C276C6BF}"/>
              </a:ext>
            </a:extLst>
          </p:cNvPr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7D5217-5A1E-A394-5851-84558968E8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271F8-4B7E-6520-FA5E-A7B218E85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CDBB3-A892-71E6-D13E-8098BAC18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9E976-1875-CA5D-F8E1-1FC07B77D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4381E13-D4F9-4ED9-BE6E-02CEFD6D49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79405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DA92E-A50D-1AB4-6E0C-2AE283492E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7B0FB0-5C84-2A89-8F1B-D76DA8D6CC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3E479-1B57-36C7-CB04-7FA505D51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B7774-0D7C-8106-60A5-104FC1E4E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B1218-862B-5C62-16F1-4880B224D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682753E-9731-4950-927D-E0C3BD11628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59908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B4720-08BF-85E1-759F-9E633578F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D938C-F5AE-3DEE-8BAC-10B77E34D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98261-2A72-CADD-2AE3-5FCBFB927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6643E-B951-C50E-60E4-E69178A14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2366E-71E5-7058-E759-A0C74AFFB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A87F814-89DE-4548-943F-CC6F3976862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9047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51526-C339-0902-6C8A-62709ED44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D1B33C-8D3F-D82F-BA12-C6CE610FE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C9477E-AA4C-D09A-EDAB-C7AAF76D3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DF7A0-3197-ADEF-E54C-8875E6525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3FEC1-D952-A3B7-0699-EAFD6CD31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1094C29-31F4-4F46-9A1C-17BA9403B36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99948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E43E6-B4FA-38D0-7241-5A9B74293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1FF6F-8E38-F5AF-8E92-08C146128C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04E639-9468-9EDE-ED5E-E61F1F7B81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0BD9F6-DA94-AD07-687C-8782A583C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6FFE01-84A7-6AC9-C9B0-6FB737BE6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10B1E1-1028-97A7-581D-C36AC3331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A0129D8-C357-4952-BD1D-9D5F5435E78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67967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66EA6-039D-2F60-B840-41F48C632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C651C7-29B1-7967-4711-EFAAA60B3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C16F94-E208-AA8E-0B32-94FB84FB7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980412-13B6-5F36-14E8-6927233403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C64832-6015-DCC0-02F5-9D93FE218E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88EA75-5070-DEFC-DE12-D6FAA372B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DC8120-6D87-C160-4ADD-AEE975DE8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362EF2-82F2-B3B0-2EBE-EA2CE6147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EAF802C-A960-4161-8F4D-948C3F44ACD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32341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8F770-C15B-DF0A-176A-B4F4E0B11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3A0CAF-6576-DDA7-7B5B-C95BDA333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D9038F-72B0-8538-BEDB-3CE941BA5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A8297C-A7FE-1D6F-9191-4CDF95A92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7E30119-08A4-4DB1-949C-CECB6A26806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11747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F098D8-4F50-DE25-1E74-41D4AB296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0D430C-80B1-B046-CD99-23FFE8A91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41A966-82AE-75D7-1630-D7F7FAB83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EFF6B9D-9C97-4CE4-9676-9B5F9F5D2AC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1537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3A2F4-CC3A-875B-D261-2D3B95473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A5752-3A91-5E2C-C750-253A6E24F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C4108D-9746-D753-9BE9-1A8502AB07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D44F53-A309-2781-F1F9-F795309DF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9161BD-ECCE-13A2-86F0-EC4028503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B0761-588C-3BB7-F700-3CABFB441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4ECF320-F215-432C-8446-96A893D8154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56795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07BF4-DD42-AEA6-215F-A83275BA7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478041-994D-4371-CE79-623A75FA0A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A1FCC9-E5E4-B169-3BFD-6F56ABE374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0310DE-6460-31CB-7D8A-C1342EC5F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B4EF85-2624-70CA-B8F0-273DEB4E4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CA5527-D26B-1B27-53F0-855F330E3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924F3DA-3ABA-4A0C-84A8-DFF846D5F63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77023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99D0D-ED5A-E58D-C409-8D5A645D7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CA2B0F-D066-F4ED-8BC0-76D2CB96C5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B7C94-F546-F081-F893-FF7CFEB71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A5292-302C-744C-6F37-AB888E14B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F5691-B319-C186-B187-57853E0A3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F0B8BF7-A30E-460B-B8EE-B8AACB889D1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90972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01C969-A5B2-662F-0762-178F2311A9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1D6ACE-2878-D1F8-BC13-B4708DAF55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7C86-0125-D0BC-2496-D242E2839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2E828-45BE-42FB-8789-892AFAD90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B4794-6CC1-0B75-6AE4-C36C54983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726D1E2-67BE-44A4-9F31-5C4B7AF223E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39539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E0597-91C6-1AC5-BEFA-3B2F3B70D3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5608F0-028C-F91C-754A-9BD6F69561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C84B4-9FBE-D00C-38A6-7CEF4AFC4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2AC2D-5D56-92E7-1C25-3C5496DCC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F3AB2-07A8-9059-E55D-DBE3EDBB4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5B60CDE-F11E-4AB9-9C75-F8DE28AB32D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76175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03A81-B6A1-0898-38DB-90718CB84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AB2AE-06AA-214A-4C63-806F1DC85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968CD-0D09-1397-98C2-CBB2B26CF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CF261-6A88-97A6-E5BB-9F27156B2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EC9C2-2B9B-B3E5-D9AB-B06169284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EB2DFF3-67D0-48B5-84D6-9D3586D8FCA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11658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DF666-D5FC-7CB9-5658-FC104C263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389260-96EB-1EA2-EEF6-B2FF1CD88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AAA01-3712-C3AB-AA2B-B367C1A99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DFB81-E6CF-56E9-B8D6-A6F29B938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2F126-3AAB-BF5C-FB2A-84EA1E678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9AD46C1-CE3D-4937-9BFE-E680B27B6C6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36388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3423F-A195-2A3F-E142-30AD09AF6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7633D-5E95-176F-2D57-ADB7C42D87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2313" y="2906713"/>
            <a:ext cx="3810000" cy="150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42C11C-E94F-D1DD-C84B-9D12A8F089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4713" y="2906713"/>
            <a:ext cx="3810000" cy="150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E1A694-A8DF-4186-4DD6-A46DA4893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3D2546-8F06-44FE-6A90-906A6002D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0F929-E89F-DECB-8447-628BA907E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CE8C7ED-991C-40C4-8F41-15686920F0A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89364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ACF4E-FCCD-F863-BBCB-97D97DD28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C29FB5-490A-8799-1C99-C215E2F478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FDC71C-A959-E7A0-EDFD-C851662012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556E8A-F602-9084-5C93-189AA6C53A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675771-2AE5-BC32-5870-F591F9DE39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61037E-2EE1-1CAD-D52F-0EDE9CF42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10146E-AB1D-8D70-1BF2-DFAEE67D1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706999-795A-6F71-1C92-64A033817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D387990-56EE-425E-BF37-4BDF2F5C6FD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9065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53AD9-DCDA-22CB-F77A-E151E1CD6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CEC1FF-B978-8D61-E439-DD4317899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C79D64-21CA-1672-4DCA-9C1FFB0B2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66D48-EE6A-A1B7-92C1-AD1895055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4D700F3-BAA5-4043-99BA-F41EEF38006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87826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62632F-D292-EB4B-848B-1F498186E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2709E7-91E4-ACD1-378C-A781167F5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2AA37D-681B-955D-2A3E-92334C136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CB5BFDA-077E-4CFD-9E75-DDDFB3DCCA2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2920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449F4-44F7-EF21-94A1-E5420CE02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C14C6-CBDC-4802-F490-E9B6D7A90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5D48A0-B831-9CC0-C088-1CABBD7C49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932777-70A7-C023-12F2-095676633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B06A9D-F08A-7E63-4C37-79EAA8780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76E8BC-3777-C309-DAEC-AAA845AA3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B651ACF-1DEA-4CEC-95E6-E219E8078AF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04759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B6EA2-FD5F-C9AF-5D9C-89BEFDDFF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9FD2D7-71ED-E614-4583-4C3EA90CB6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67370B-3DE6-0881-A814-23C5ABCF49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772564-EC08-030D-5F6F-25CC494CF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1F3BE2-9EC0-AF9A-7DA1-076D127DB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7A0C74-1CBE-10FE-5200-01BF3CBE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4CC8587-2CA1-4B73-8F39-3419DA04C11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44554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431C2-ED54-D7A7-C369-183F63C17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27A09A-3A4B-D4A3-0EE2-EC8AB0D660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667771-1872-AFFD-00FB-FA75563C9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9C0AE-CAC8-6F41-E813-F799C4F36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37D38-A1B7-0A88-8A19-BC8D743F4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96B99E8-FEF3-441E-BC54-B6D4F8724DA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03009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9EBB47-2D3A-AF01-48F1-A79324CD21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51613" y="2906713"/>
            <a:ext cx="1943100" cy="28622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3A2891-9883-7164-01E2-A94EED5E06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22313" y="2906713"/>
            <a:ext cx="5676900" cy="28622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1920B-C7B3-252C-2DB2-B4463CA2B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E701D-B01C-0C1C-DEE2-22F7D956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4B8CB-1F71-8AC8-D5DB-382A0A0A2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49B09E1-2AAC-42AB-99DA-AF38D52B260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04574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AEA91-BD83-26FB-ABFE-239376BBDE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A1279F-FE42-815E-EEF1-4B11356500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80A37-CCF9-78A1-EDEB-4EE9F922C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46348B-DC8A-CC75-1DEC-959CB6F9A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7B32C-1122-85CF-4D93-D1E599532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1237314-0FC4-488D-8B3B-D9501C95875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50689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9E177-9DA6-D38C-7321-EB9B08AE1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CB64B-FE3D-0298-FCD8-F80724E65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8FF83-53B5-7A99-9052-41B4DB34F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17B3F-BAF0-5AAB-0A68-3843378D3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3FE8D-8689-A6A9-656A-D7E144791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41E26EF-389F-416E-8889-5A684E1E606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75519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C724A-90D9-327C-4A44-7E66C714C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34DBD8-A7BB-68BD-6556-054E17D3D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E119C-9714-B939-5C8A-2FA4ACFE6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BA8E4-4A93-B905-D3F8-35B9E3D8D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72FE5-00BE-A538-80A9-1149AEE23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F86A22A-46E4-493A-8243-12DF3AB675C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26754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2D11E-2CE9-E449-E885-2FBE9BE8A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15480-52F3-E10C-C2CA-E92A06B1B6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19431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4882FC-8E26-8574-D41F-996A609D72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52700" y="1600200"/>
            <a:ext cx="19431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E22535-7D03-29AF-8C1A-9B7CB0242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C5BA72-D624-162B-DD30-97DC9103A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D9B61B-7F90-0DE7-4E81-D7172D87A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A4211E4-BD4E-4866-A3BE-5BB8BF74ADE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10559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0A6D9-2F30-5679-33AF-5F13DDC53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4D1BA-0E37-3398-DDFA-370BD81DB0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5966DE-D6C5-190E-AD4B-73988D7B98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BD85B7-5EDF-1489-4027-3A81AA7FE8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1941C0-F7C1-3372-90B9-E5C6C2881D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E00713-322C-0EDE-1A01-F7E65A966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8DDD26-B144-86CB-4F4E-C89739E2F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618FBE-0B57-6A16-2FF7-4B3425465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D7EF304-1EC0-4BFF-8A0B-4574C280D63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10262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BC9A0-96BC-A4F5-F606-140C73DEB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100054-6371-B4B2-CE95-E3A2F7861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167116-A554-9785-5229-174E4B968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71E8C0-64ED-1FA0-AE5E-210D61FA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141F444-0D5E-4E55-B7E5-8AA50A2A2C9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57105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052A3C-A9D9-B4FC-E4B1-CAD3E0AF8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85BE28-A222-2145-3CA5-F7E96CBF8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25400B-A33E-55D5-38A5-97C93DA1D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9CD63C9-30D3-4BAD-84F2-73AD0D92A3E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60063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EDE22-E2C7-778D-2F05-35E62CCF3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B92B7-6B17-A64D-3901-7E58F57C6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8CEB3-F082-4C08-9630-678EFC6A18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9126AF-208E-7D4F-BD58-B400E95E8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83450B-8072-A0AD-94EF-F8E9DB282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889831-93B5-92EB-4162-BF21828D8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2C8DA6D-FDCF-43E3-932C-12BC37DF753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39580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EBC39-81CC-45DA-700D-CBA4C9FDB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BE2348-3714-7198-473F-0CBC005324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152B89-3BE6-3085-C092-38B93CB545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A0932-8CCB-FF12-2677-5DCC35BFD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ACF27B-AE3D-B6B4-56CF-6F4B9F885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D85790-B832-96CC-C7EA-826874F23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0C5D7D6-157C-4D65-9A77-60149B59D3C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19901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BC1B3-7A7C-6534-5A1B-39DFE1F82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63A289-B863-45DF-42EA-874B6EDDEC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8B1FA7-4BE4-75DC-A23A-1CF84F8C6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72DC3-436A-E781-155E-8664F4CD5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C3F1F-9611-C944-CD0B-FDA4200FD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42BA575-9DE7-40D2-AB7E-E7B15187A75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58084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3ACCD2-1B2F-C58B-3725-B0F58E1E05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154C76-BA02-CA4F-479C-B287E7B055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4323B-7C4E-CDA3-D5FA-67BDF553F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95585-FF3A-6627-B98A-AA689931A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BCA7A-ADA6-72E9-939A-31EA1122B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932884A-805C-4207-97EE-CE1E485BE28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65461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A3C1-5AB1-DDBC-BB76-6AE377BC8E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9A73D4-965F-9374-CF21-77A2FE171C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B481A-CC78-157C-CCD4-3CC9AE918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B16A1-30C1-B163-4945-A813FED90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1B0C9-0960-0C95-D8B5-3AADA0F8C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285617B-4D84-48FD-8AB2-89F4D092C30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7968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A594E-198E-7BA4-BA26-5DA4298D3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7E0DE-8BBF-DA0B-6622-E632BFF35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E82AD-C192-6A22-0F1A-C9EACEBE7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FF1CF-233C-608A-7B66-F445F45C6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E667D-18CB-1E43-1092-2150D92BD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A19C1B3-EEF8-4665-A647-2998BF70A4C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57756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D1126-2B03-5A5D-0D5E-A2D6FF855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7675F8-725E-213C-03AE-C875DD3CE5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15BCE-87AF-93AD-9A68-36DAF1FAC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62651-65C7-A540-D3C7-07F095FA6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3465C-20FB-4BD8-E7F9-AA07E7580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E6AEF59-FD96-4297-9108-F1CDCCDA8F8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31355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ED506-D13D-5FB7-9F46-E3CBFDE14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9EF18-C260-256E-6207-CA24F7B6BD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535113"/>
            <a:ext cx="1943100" cy="6397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A2E8E4-3FCE-FC11-B6F3-ACB61130AF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52700" y="1535113"/>
            <a:ext cx="1944688" cy="6397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1BDAAA-64A1-159F-8006-FCD0634D6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1549E-B7D9-F255-5442-356C8E53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7C2808-E447-37B6-4CB2-8A1508749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221C61A-A7A3-4E9B-B0D8-2FA97D479FE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13293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99A23-05CB-A599-CA65-23A2E7E2B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81E03-F06B-9F89-8BEE-E40486C7C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1EC69E-DD8D-285C-EFBA-F9A33EDD7F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6A8715-493B-5852-32D3-93F0499759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81E2FE-0F69-56F0-0A28-4A9C482BAC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46B7F0-5BDA-2CCE-5485-AC32C15D3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B877D0-EE48-ED2E-9EFF-8F60A5A6C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F06C0A-ED73-8464-FEAE-D78616505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58B94C7-13D3-4453-B0AE-738CDE7F47D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02095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A62F8-F593-7201-255B-94F08C150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C03486-02AC-3B97-9187-98463373D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3E72E-EE3B-E217-D6F8-1548CC9E8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76F124-B9A5-CAB2-2C36-2F7401EE7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9AC3B54-C4EA-4B62-8186-7D8012FB107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84984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156D51-6996-F4A9-BADF-2BB70337A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BB8379-AE88-89E6-2BC7-AFD22ED81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7494CA-F6E5-96CE-00E3-9F4A1B14A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9111F16-4253-4540-B220-6AB56735812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77877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F60E0-7405-A45D-9EEE-C19B0EE4A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72AC3-744A-04BF-F34F-7F1C98CE1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EF0FBB-B89D-0746-7C93-41C54D3A12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A947E-07D0-84A4-4286-C7B8E0D92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6EA237-780E-F9E0-D7E2-8E4E27BEB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2B831-51BF-6B55-4003-C173727CA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A70BE9F-B9DF-4EF0-B49F-B7CA429DC97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60630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77ECF-C89C-D840-235D-07B7143B5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544656-11AB-4ABE-18C1-C36895E59C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F4F84A-7731-BE5C-4377-0FA8CFC341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D12EDF-3D28-DE82-1553-F6EF107EA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BA8354-A334-1666-6B0C-BDFDDDB8C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C0978F-CB03-B346-DEEB-0CA4CA73B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3AE7CBE-B5AD-4AF3-A484-315C6CDE073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285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8406A-F81F-CCC2-D1E0-5F3D280FC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D0FE39-513D-633A-F5E7-B0038AB3D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70FF93-6368-4288-A78C-83F40263E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33AAA-847A-256E-0928-B43D98D2C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BFF65-5CAD-CAD8-013B-54960F591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3C7F3E0-2389-4642-B69D-F8D9F435E02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13836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47A6AF-2F21-0F65-41C5-1C5BAC6621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19002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9027A9-BE39-DCE0-1705-972C2AFE04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19002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3AE96-8104-6713-F101-8F1C613E7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67D3A-BEB4-F6A8-8C59-DF4F48F23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55165B-FC26-CF22-9D55-FE7616E1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E94E0BC-DC93-48C6-AE80-43D72362F7B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63300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B9538-21D6-B9BD-748A-D962B2BDCC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99B72-4496-78E4-EFE9-282BDBEDA7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550C3-2C8F-C578-29B4-2F69CACBE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92195-2BA1-A34D-CFD6-4B7DDD3E4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619B1-16BD-B3F5-23AB-54E11A400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DC5F12D-71D4-4719-95E4-220B166D9E1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90001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7A102-012B-0F23-4005-40E04DF97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508AE-C700-3072-5B29-660FAF0A4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FB3E5-B264-7DA8-70F7-12A1B7055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91AF0-2CB4-5520-6979-D7C0B2BB3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56CB2-D31F-8C29-1186-0A3A62E9F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27AD5F8-AC0E-4591-BCD0-DC93F060952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25851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6A6BE-C416-939B-959D-2D111C38D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27C7D2-D116-CA20-31CD-9ABC4BE3F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2227C-62CC-0FD8-011C-8FDB8ECC3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1CC5F-60AA-B935-11F5-4D6D48E3A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2A8FB-3962-CFAA-4A6E-3AA1BFD00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EB5099D-B207-493E-832B-EC728234B3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16443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9E83D-9770-4CE1-63AA-04D7705E8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39592-07B4-2D46-7D6A-06E92E4F7B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B5C727-2934-3D8F-ABDE-4ACD916D48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E47F0A-5D6B-70F6-1944-9E83ACE1C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EED449-48D3-3AD9-5FD4-FA038FC1B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533FDD-9B9F-456F-D2AE-1CE77379D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7E126A8-606F-45AA-BC8E-29C1D07A5C5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452251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05D9D-FDCB-E86D-3BC8-BD3D15634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7E3482-422F-5172-DD94-DD9E57FEB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D4E071-38A5-E0EB-DD4A-C692967A78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B52EC8-9F61-FC3D-4E2A-1685E5F935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81665B-14BB-C627-8C82-D88518BE5A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AC9DEF-1B9B-E68F-CCFA-01A810335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6F0977-6C68-0D0B-C409-0F02E4AAA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9D7BDE-D5C4-AC69-95EF-1AF94719D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67DFC94-5084-40F2-85DA-65C9BD1414E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06914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8833E-4C80-488C-CF90-CA8EF7A2A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4150F6-378D-4BAD-43BA-A79F3517D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0DDC7B-E758-BCCB-504B-817E97C63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BBA788-2FB7-B4AD-D341-345A1571E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996DCEF-4868-4D01-AFAD-1EF7178B117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347184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031430-B828-30FF-EDF7-B5B86FE0D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BA3D02-7A87-F608-B302-BB52F6B1F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73A81-0DFA-7F8C-2925-738EC5441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B652796-2B01-4899-8394-473672DD64B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512838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8AB26-572B-2DC6-4DBF-1CFE2380D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099DE-3977-B452-33BD-69B657820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69C6B0-E311-42DC-4817-1447539138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68C3C7-2E32-B058-988E-9AD36286F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C398E6-C12B-C821-005B-CFBF2F9B1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14288E-F8E3-97D1-DC45-9071149CF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08F4F03-F44E-42D7-B2AF-6D0C3D31269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5607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A5477-413A-2611-7B9D-7ABA470BB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CEFD0B-B04F-B82D-41E5-E9DE0BEAFA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3ABF90-2D6C-9C2C-D634-2C0859360F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32580F-4048-29E1-F442-53BE3EABF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057600-3702-CA3F-DC3A-ED9ED81F7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BFE1CA-69B2-6FF0-AC64-19DF7EC5E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B649980-732E-4284-AD6E-F64EFBD93FB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88233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BEC78-CFEE-6BB3-0B67-78E2430A9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194EB6-A4F8-66E3-F2A1-2BC90CF7C8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D71CC-0187-68D9-53C4-B0466C6C4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E1EBA-15C6-85AB-11A4-26F923C54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D1AB02-60CE-8352-4911-ECF7B239D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9DB8FEC-AED2-4DED-B5DD-891BC1917C9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525495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F48FCF-02C1-A3D3-50F5-85EDD8A4C4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29650" y="274638"/>
            <a:ext cx="2724150" cy="59023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A9BD37-6F88-6F4E-1870-849EFEF768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8020050" cy="59023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90EC7-2D7C-637A-1763-10B0EC471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3852DD-200F-F1B1-08E8-38ECACEE9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3B89A-E0E8-7B0C-96AD-C448CCEAC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B66DDEC-F705-402B-BB81-4C07DABF331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74625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05CBC-3A41-B9F9-87CB-ACB0EEB3E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DB2D3B-983B-B3AC-245E-77E28098D0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BDAD5-4D28-C2AC-9197-3F8433440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A190E-BF45-0F30-0FC3-840A63062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19D28-2EC7-18A3-B4F6-F7EDBF10F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A447AAB-1925-4313-997D-AEA45499DA9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27726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B3DEC-889D-54A6-4E4E-64BE9DF66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BB0E4-E768-9CF0-7243-CFD5ACB4D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9E849-5FF1-C1A1-71CF-21517CC48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259E6-F396-163F-00CD-2BDF58BD1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29322-DBDE-40C1-AA6D-C85CF0739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AD8A968-F4F8-4C77-8D26-682E5279E08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116623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3ABC6-EE90-A49D-2369-0569FF4DC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78594-6169-96D1-FD8B-11F228126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535A4-AE71-2DAB-C55C-E81E4B9F8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FF94C-D922-8FF7-2335-6A4F0B539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CAE039-E0BC-0C6B-14B4-1A743D0AD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E4D3A50-CBF1-48DF-A771-832E7443EFE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896551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834F6-93B4-BE39-7A6B-B57E68FC5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3CF16-2890-1348-B328-394B25590F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4963"/>
            <a:ext cx="5408613" cy="3976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6CFC5D-94B8-4318-3409-0BAF3FE6FE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0613" y="1604963"/>
            <a:ext cx="5410200" cy="3976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56CD06-3423-CA3A-3021-6E1C4B238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3756AB-ECE0-52EA-EF7A-6A00E74BC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58F035-B2FE-CC19-C74E-5DE340D03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C6FCDB4-590F-4082-B82C-F68830C43F4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878454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9441B-7DCB-0014-ADAD-E2A5C2664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C3D9AE-84C7-9AB1-2D30-7BB681CB6D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1A6213-AE67-E6A0-7079-E574328BED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07A980-CEE3-2A66-95E5-13AD53C0B6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742F0C-D634-EF9F-E427-18E0130A77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295C57-41A8-C4F5-1618-CDDE82046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F27A3F-3E4F-6032-703D-8B4A39308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2BDB3C-6FFE-27C7-B63E-31D31972A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BDB7AB2-3247-48E8-B9B6-60B79B6CD3A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489241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A2B36-8B66-946A-8957-033DD1828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CD767-054C-DC13-683D-E3B417EA1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E9234E-FE17-70EB-6DF6-8E75F40E8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4D8CB7-D440-91BF-AE82-216C25551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9CFF1C1-010A-43C6-A25C-F7472BC9CA1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144756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123EB6-E9FC-D9DB-B74E-52CCFD0E8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69C10-3662-5B73-9D9F-BA9FB1C73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2D85C5-5734-390A-3D98-695D1D104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F039C20-9ED1-479C-9FE4-8DB7A8DC4D8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92562"/>
      </p:ext>
    </p:extLst>
  </p:cSld>
  <p:clrMapOvr>
    <a:masterClrMapping/>
  </p:clrMapOvr>
  <p:hf sldNum="0" hdr="0" ftr="0" dt="0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78685-5286-4420-B60B-6C7C54801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04A1A-6EF7-8D66-29B3-57A9A3756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906D2C-6240-7B90-EC12-1913C8A0F7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41D15B-EF55-578F-D922-80D40AD41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337A9-6940-D220-D313-378FAB5E9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63F29D-AB42-813C-D199-85C08D4D8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12E4D33-78AF-4AE6-958D-5AC5289FB97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081049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D3A2D-EE27-8D26-3A63-4C1A18DAF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AACA55-C516-01D7-7122-9D28349775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1D53AC-08BA-B3B4-85EA-CD615438D3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D0D78B-2F19-3783-BE82-A20C4E550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4A78C8-A325-57FD-26A3-43EF5B3FE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1A2FE5-F2AD-B248-2694-D055BA780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1F8FA58-9117-4F4F-B924-8DC411312FF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25105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EF836-4BD3-01A8-BF5C-59D40D427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2553EB-F545-477A-AE40-CF369A44BC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769DA-4A26-7120-B5F4-A37ACE8AB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5BD5C-5CFB-238C-1936-65EAEFF15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F5F6F-FE23-2847-CE9D-D942D182E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4046DB3-13D3-4032-82A9-1FD3ED2FB08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759568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50E4C2-0EAC-72A4-D5E4-7BB448353C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39200" y="273050"/>
            <a:ext cx="2741613" cy="5308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13A16E-AFD7-C8D8-21EA-AA795A70EC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9600" y="273050"/>
            <a:ext cx="8077200" cy="5308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8F423-3C8B-1CBE-4A53-264E75898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FBFE5-D85B-7D73-EDE2-AA6A64259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49371-47B8-BB67-DA30-833F8397E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A9C2FBD-2473-415E-9188-504C60E1CB2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964820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63516-C0D1-42A7-276D-063ADF265A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851362-1791-EC0E-F9E2-52AC872B6E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1992B-D7CF-35DE-2F6E-D5A6C9F93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72E01-C392-21CD-D5CA-DBA774326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9A624B-EB46-BB67-7B7A-15A291EB3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73A1942-A1FC-4B7B-BC2A-1EBF0B7CB22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547506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0C4FA-6F68-9DBE-E7B8-20DDA44BA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062E3-9B1F-94B4-BDCC-6E6E60C7E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224BFA-59E6-1E54-7F06-0CB378325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CAFC3-E51C-5643-954C-B8F180E29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2AE02-B2A8-AB45-033F-1D7235A44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EFA7FAF-1269-4F3C-B84E-936C018CA67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718234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7E2EF-CB36-3857-8D9B-66998286B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6FC2C0-C0E9-FB06-6F86-E404423DA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9B485-AD4C-8093-2706-FC53C402F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E2EA2-B747-2A5B-6332-04ED2FC6F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5B5FB-7B1D-F276-AB1B-A0BAA365E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A2ABC9B-1897-4FDE-94ED-A17E436FA7E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071551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4496B-EE2E-F556-189C-8F368E40B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EBF6B-B6C4-4379-0AD5-A6459014D6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2479675" cy="5853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46EDED-DBD1-A185-29F3-338EDBC90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7125" y="273050"/>
            <a:ext cx="2479675" cy="5853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3F2428-B4E8-9DC9-175B-71A07E190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437214-A23D-14E6-4103-7AEA4576A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F01FC9-F408-C9BD-37C3-9F3318BDF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0E8328A-04E4-4C46-A860-A394CC3C5F5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643232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7999A-DEEF-BEE7-B258-47BB2720A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399A8-CF96-2A97-B798-4BF81FEB6E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ACEFCE-D495-F07E-66B4-1F037DD481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AB2682-41BC-2072-F351-FDB0F28908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1C41F1-789E-350E-209C-D8F315760D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0BCA07-02D0-DCB7-AE91-54A02F274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E479B0-6F5B-65A6-567B-96CB9AFCF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F06491-42A2-B1A5-B897-1B4FE4568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8C8AC52-93D1-489D-97CC-EA8572C8861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212614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9E59A-3DB0-745C-AB4F-F973C1DF6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765C-3373-70E2-1D91-A62BB5D64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94B133-FF72-97FE-4D0F-5686C2324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B1539-24FE-BBC9-F592-711AFBA5E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BD56E4E-8EB6-48A2-8582-8DC3CA7B9B2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883895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B0650B-9915-529E-00EB-DB112AB24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206643-24B4-09DF-A79F-B32663E1A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4C703C-4A02-8676-C518-6AB00F1EE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F3A02C2-7000-4B92-9362-49764E7EAC7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05785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61E99-2E63-53AA-F763-8463CD3AE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72718-3FC6-7F1F-428E-3A6CD2CD4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79996A-4B3A-4B7D-AAD0-B5EF4CEEA2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3D378D-15B2-2B87-6770-FB0E1266C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5B0226-13B4-D43F-B63E-B10FCF335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E80F25-2DD6-CB62-7D97-C52CAA301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15697AA-717B-4810-902E-BE8B6959723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11396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B479A-9F4D-221B-D489-A8BFEE7AB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D94AC1-BCD0-4EDD-1124-D64A8CF3B4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2DD91C-97DC-63D1-12D1-03CEDAAD9A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721496-06C8-037F-1E24-C1A6DE406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99FEFC-F728-D3E1-7862-E04591944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E7886C-B9ED-9A9C-13A0-83EBADCF4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B682505-EB0F-4DC6-95C5-BE25FA54131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230505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3FED6-9E54-9A0B-354E-2F464CFE9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BF5A88-562B-B00A-24E9-3B2C7D80B2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5FBB1-A8F2-BC6F-1A07-268645FA6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A0D53B-AC8A-EF21-4E6F-D8AB97A6B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B5CAF-7264-5C0F-5FE3-3F7864B77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C5864EA-4B94-4B13-8961-3C7C0AF27E5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553644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2CC7A8-BAC8-88BD-6EEA-2FEF4BC00E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3050"/>
            <a:ext cx="2057400" cy="58531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A4E736-47A3-1E2F-9CB7-7AD3D7F1CB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3050"/>
            <a:ext cx="6019800" cy="58531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B745B-3930-03B7-A572-B0987560F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70A4BA-DDFF-4E7F-FC05-D531E2150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71253-1659-0A93-DA0B-8E7B887A9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228760E-012B-473B-8A8A-E60D3E14E33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858555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C4688-34A3-93B7-7196-FBF31F410A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960CA1-BAF7-C967-3643-2BE2A349B8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E0CA3-6ACC-D8B6-79B6-C116E44E0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5DF7F-CBC9-4F26-FCEC-6AD3B1C5A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74614-34E1-8334-983A-9D6E7C782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89340DC-20D7-423A-88B9-F70A7BE6B64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934359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C398D-1028-DD7D-9F3F-E622F5701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41B63-454B-C432-8ED7-14B0C3683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53DD68-F34D-BA86-6BFA-F458F833E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C146F-DEC6-3CB4-54CA-F1510B8FC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C0EA6-C012-18ED-0EC6-BD7D66F88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F8BFF60-16B8-41D8-A691-AF120837BFD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571941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F7000-7B71-FEFB-79B0-C28FC5971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818EC-5021-9BA3-1F46-917FBEC2A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1F75D-BC9B-2B8C-2240-2BB85C93C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8680B-4AAB-4241-1DC9-25C1AC306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288A9-7016-6E9F-00B8-78C36BC12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AFA6D91-112F-4C5D-9A0C-383321B23D5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970972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2C9E5-8CF2-C0F2-B8D0-62EEDA5B3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A8286-0412-9F22-F1C7-4879E3B5D0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92288" y="612775"/>
            <a:ext cx="2667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413B11-DD68-185C-22EA-20C8ABB444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11688" y="612775"/>
            <a:ext cx="2667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25FDC0-B108-ADBE-7FA6-89027FAEB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5A99CC-8252-6E5D-3E14-F639DB38A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2BE1F1-3D3A-59C7-A631-C3734CBF2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129A853-8EF0-46B7-BB0F-C40C6920834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738591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37F8D-A7FE-19F2-C28F-3692EB1EF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CABF3B-EBB4-EE6C-48BC-8564BECBB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836C77-ACC3-117C-E07E-AB72F4120F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40910C-CFF9-F5F1-60D3-E185E40D94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88A021-4321-77C1-BD4A-EE73F36F6E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5033C8-129E-E110-5217-31012927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249AE1-16D9-02B5-3BB6-F435F486A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5B9C2D-4351-B9BD-95DF-57EF5C83C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9754E6F-1053-4337-8E22-F1F50C95A7F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26164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1E46D-60AA-96E2-BF6A-81F78031B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EDF18A-0757-FD2F-C472-025DBFCFE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1EF536-18EF-B7A0-6F44-0E9D8DCB4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D140C5-47F0-208F-5B44-26D094588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362D291-4B43-4407-B718-0B64486A601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180109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9639F9-8D80-9147-C04E-660CAF8CC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F28B0B-95E2-7830-54EA-2E77C31B7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5287B8-1E85-612E-6880-7C861BB7A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329C61C-4F82-4B36-AACD-F0153211F63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686520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11E70-4B79-B91C-E4FB-1E88DBC4F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9BF41-64AF-5C82-C931-5496BCEA0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90CA6D-22C6-B2DC-2CD9-7497ADEF28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90458E-0304-B019-7495-66FC520A7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082D1D-F5EC-7745-9B50-847A537E6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88A7EF-4289-9736-2A84-480BFD8FA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827C855-B40B-4008-8C24-478907BDB19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928517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2A91B-1D1F-1C4E-27F6-7AABE7045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CBC7CB-5DF5-39B3-968C-14E064BAAB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B28D23-9988-37E3-B21A-37FCE4BC1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6A9248-07CC-4204-BE39-C17F2DFED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A61B49-6772-6CF8-6E45-2A8690D05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F607F4-6173-1631-5F07-05F389CEA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F81C174-D6E3-42C6-8C7E-2DF1410C597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018145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E93B8-A3A4-57E2-87F8-DC1678E38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1195C8-8FD0-AA54-4FCA-F4BBFD62ED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94F2D-6AD8-3102-E9B3-07A79BAFB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37A9A-D992-30E3-C8DF-75E501B63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C51DB-4DDE-1D85-B7B0-6470DA153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72FC3E3-824D-4FA9-A8E8-01E97C732E7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04159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4D1359-9F3E-C940-94D2-6CAE3C481B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5907088" y="612775"/>
            <a:ext cx="1371600" cy="4754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8AFC28-B83D-82D1-4A62-FE85A1C546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792288" y="612775"/>
            <a:ext cx="3962400" cy="47545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3798B-9245-C03E-F762-1DAD32D88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957C7-40EC-997D-C9C0-99186F734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A8A44-5006-A78C-73DC-4CCACA1AC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F7FAFCA-7BAD-4D86-85F6-ED4D8F49B9C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14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72B3C-5EA5-A251-316E-E7A51ED97C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799" y="2130480"/>
            <a:ext cx="7772039" cy="14695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F905DA6-A501-F0D7-ED3E-79524432DF7E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457200" y="6356520"/>
            <a:ext cx="2133360" cy="3646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ln>
                  <a:noFill/>
                </a:ln>
                <a:solidFill>
                  <a:srgbClr val="8B8B8B"/>
                </a:solidFill>
                <a:highlight>
                  <a:scrgbClr r="0" g="0" b="0">
                    <a:alpha val="0"/>
                  </a:scrgbClr>
                </a:highlight>
                <a:latin typeface="Calibri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CFB0BC1-EAEA-EC4C-C05A-D64E2BFD5591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124079" y="6356520"/>
            <a:ext cx="2895120" cy="3646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427A5DF-D9D0-9E36-1A60-712E6B45214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6553080" y="6356520"/>
            <a:ext cx="2133360" cy="3646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ln>
                  <a:noFill/>
                </a:ln>
                <a:solidFill>
                  <a:srgbClr val="8B8B8B"/>
                </a:solidFill>
                <a:highlight>
                  <a:scrgbClr r="0" g="0" b="0">
                    <a:alpha val="0"/>
                  </a:scrgbClr>
                </a:highlight>
                <a:latin typeface="Calibri"/>
                <a:ea typeface="DejaVu Sans" pitchFamily="2"/>
                <a:cs typeface="Noto Sans" pitchFamily="2"/>
              </a:defRPr>
            </a:lvl1pPr>
          </a:lstStyle>
          <a:p>
            <a:pPr lvl="0"/>
            <a:fld id="{B12F24CB-7445-4BC6-A8F4-D58B1FBA4196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ctr" rtl="0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Calibri"/>
          <a:ea typeface="Noto Sans CJK SC" pitchFamily="2"/>
          <a:cs typeface="Lohit Devanagari" pitchFamily="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6D382-8D2D-883A-5E2E-AA7AC4CAC7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92C02E-AB4C-5EFC-ADB9-B0C4500689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vert="eaVert" wrap="square" lIns="45720" tIns="91440" rIns="45720" bIns="9144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7F6B1-9FE5-944B-E437-4E3A02B47484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457200" y="6356520"/>
            <a:ext cx="2133360" cy="3646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ln>
                  <a:noFill/>
                </a:ln>
                <a:solidFill>
                  <a:srgbClr val="8B8B8B"/>
                </a:solidFill>
                <a:highlight>
                  <a:scrgbClr r="0" g="0" b="0">
                    <a:alpha val="0"/>
                  </a:scrgbClr>
                </a:highlight>
                <a:latin typeface="Calibri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8EE48-3312-99AA-471B-96684BCBF43B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124079" y="6356520"/>
            <a:ext cx="2895120" cy="3646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FCF9F-1989-44C0-5623-659202EA7E0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6553080" y="6356520"/>
            <a:ext cx="2133360" cy="3646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ln>
                  <a:noFill/>
                </a:ln>
                <a:solidFill>
                  <a:srgbClr val="8B8B8B"/>
                </a:solidFill>
                <a:highlight>
                  <a:scrgbClr r="0" g="0" b="0">
                    <a:alpha val="0"/>
                  </a:scrgbClr>
                </a:highlight>
                <a:latin typeface="Calibri"/>
                <a:ea typeface="DejaVu Sans" pitchFamily="2"/>
                <a:cs typeface="Noto Sans" pitchFamily="2"/>
              </a:defRPr>
            </a:lvl1pPr>
          </a:lstStyle>
          <a:p>
            <a:pPr lvl="0"/>
            <a:fld id="{42A2A755-2DA2-434D-8EFF-6AF37A495D37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0" marR="0" lvl="0" indent="0" algn="ctr" rtl="0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Calibri"/>
          <a:ea typeface="Noto Sans CJK SC" pitchFamily="2"/>
          <a:cs typeface="Lohit Devanagari" pitchFamily="2"/>
        </a:defRPr>
      </a:lvl1pPr>
    </p:titleStyle>
    <p:bodyStyle>
      <a:lvl1pPr marL="0" marR="0" lvl="0" indent="0" algn="l" rtl="0" hangingPunct="1">
        <a:lnSpc>
          <a:spcPct val="100000"/>
        </a:lnSpc>
        <a:spcBef>
          <a:spcPts val="641"/>
        </a:spcBef>
        <a:spcAft>
          <a:spcPts val="0"/>
        </a:spcAft>
        <a:buSzPct val="45000"/>
        <a:buFont typeface="OpenSymbol"/>
        <a:buChar char="●"/>
        <a:tabLst/>
        <a:defRPr lang="en-US" sz="32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Calibri"/>
          <a:ea typeface="Noto Sans CJK SC" pitchFamily="2"/>
          <a:cs typeface="Lohit Devanagari" pitchFamily="2"/>
        </a:defRPr>
      </a:lvl1pPr>
      <a:lvl2pPr marL="0" marR="0" lvl="1" indent="0" algn="l" rtl="0" hangingPunct="1">
        <a:lnSpc>
          <a:spcPct val="100000"/>
        </a:lnSpc>
        <a:spcBef>
          <a:spcPts val="561"/>
        </a:spcBef>
        <a:spcAft>
          <a:spcPts val="0"/>
        </a:spcAft>
        <a:buSzPct val="75000"/>
        <a:buFont typeface="OpenSymbol"/>
        <a:buChar char="–"/>
        <a:tabLst/>
        <a:defRPr lang="en-US" sz="28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Calibri"/>
          <a:ea typeface="Noto Sans CJK SC" pitchFamily="2"/>
          <a:cs typeface="Lohit Devanagari" pitchFamily="2"/>
        </a:defRPr>
      </a:lvl2pPr>
      <a:lvl3pPr marL="0" marR="0" lvl="2" indent="0" algn="l" rtl="0" hangingPunct="1">
        <a:lnSpc>
          <a:spcPct val="100000"/>
        </a:lnSpc>
        <a:spcBef>
          <a:spcPts val="479"/>
        </a:spcBef>
        <a:spcAft>
          <a:spcPts val="0"/>
        </a:spcAft>
        <a:buSzPct val="45000"/>
        <a:buFont typeface="OpenSymbol"/>
        <a:buChar char="●"/>
        <a:tabLst/>
        <a:defRPr lang="en-US" sz="2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Calibri"/>
          <a:ea typeface="Noto Sans CJK SC" pitchFamily="2"/>
          <a:cs typeface="Lohit Devanagari" pitchFamily="2"/>
        </a:defRPr>
      </a:lvl3pPr>
      <a:lvl4pPr marL="0" marR="0" lvl="3" indent="0" algn="l" rtl="0" hangingPunct="1">
        <a:lnSpc>
          <a:spcPct val="100000"/>
        </a:lnSpc>
        <a:spcBef>
          <a:spcPts val="400"/>
        </a:spcBef>
        <a:spcAft>
          <a:spcPts val="0"/>
        </a:spcAft>
        <a:buSzPct val="75000"/>
        <a:buFont typeface="OpenSymbol"/>
        <a:buChar char="–"/>
        <a:tabLst/>
        <a:defRPr lang="en-US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Calibri"/>
          <a:ea typeface="Noto Sans CJK SC" pitchFamily="2"/>
          <a:cs typeface="Lohit Devanagari" pitchFamily="2"/>
        </a:defRPr>
      </a:lvl4pPr>
      <a:lvl5pPr marL="0" marR="0" lvl="4" indent="0" algn="l" rtl="0" hangingPunct="1">
        <a:lnSpc>
          <a:spcPct val="100000"/>
        </a:lnSpc>
        <a:spcBef>
          <a:spcPts val="400"/>
        </a:spcBef>
        <a:spcAft>
          <a:spcPts val="0"/>
        </a:spcAft>
        <a:buSzPct val="45000"/>
        <a:buFont typeface="OpenSymbol"/>
        <a:buChar char="●"/>
        <a:tabLst/>
        <a:defRPr lang="en-US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Calibri"/>
          <a:ea typeface="Noto Sans CJK SC" pitchFamily="2"/>
          <a:cs typeface="Lohit Devanagari" pitchFamily="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F7ACE0-B02F-A71C-CA64-65DE3B3887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29400" y="274680"/>
            <a:ext cx="2057039" cy="5851080"/>
          </a:xfrm>
          <a:prstGeom prst="rect">
            <a:avLst/>
          </a:prstGeom>
          <a:noFill/>
          <a:ln>
            <a:noFill/>
          </a:ln>
        </p:spPr>
        <p:txBody>
          <a:bodyPr vert="eaVert" wrap="square" lIns="45720" tIns="91440" rIns="45720" bIns="91440" anchor="t" anchorCtr="1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62F12C-6B02-474C-A8DE-3AE274376B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>
            <a:noFill/>
          </a:ln>
        </p:spPr>
        <p:txBody>
          <a:bodyPr vert="eaVert" wrap="square" lIns="45720" tIns="91440" rIns="45720" bIns="9144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0AE4E-CC04-CEA8-B932-9C7E13DA7E4D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457200" y="6356520"/>
            <a:ext cx="2133360" cy="3646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ln>
                  <a:noFill/>
                </a:ln>
                <a:solidFill>
                  <a:srgbClr val="8B8B8B"/>
                </a:solidFill>
                <a:highlight>
                  <a:scrgbClr r="0" g="0" b="0">
                    <a:alpha val="0"/>
                  </a:scrgbClr>
                </a:highlight>
                <a:latin typeface="Calibri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497B5-AEAE-816F-6905-D8F15FD90CE2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124079" y="6356520"/>
            <a:ext cx="2895120" cy="3646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D7238-5907-1AE2-2459-FBA2AF38EE6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6553080" y="6356520"/>
            <a:ext cx="2133360" cy="3646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ln>
                  <a:noFill/>
                </a:ln>
                <a:solidFill>
                  <a:srgbClr val="8B8B8B"/>
                </a:solidFill>
                <a:highlight>
                  <a:scrgbClr r="0" g="0" b="0">
                    <a:alpha val="0"/>
                  </a:scrgbClr>
                </a:highlight>
                <a:latin typeface="Calibri"/>
                <a:ea typeface="DejaVu Sans" pitchFamily="2"/>
                <a:cs typeface="Noto Sans" pitchFamily="2"/>
              </a:defRPr>
            </a:lvl1pPr>
          </a:lstStyle>
          <a:p>
            <a:pPr lvl="0"/>
            <a:fld id="{51A7D056-77E0-4B81-B782-1A380C91AE03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marL="0" marR="0" lvl="0" indent="0" algn="ctr" rtl="0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Calibri"/>
          <a:ea typeface="Noto Sans CJK SC" pitchFamily="2"/>
          <a:cs typeface="Lohit Devanagari" pitchFamily="2"/>
        </a:defRPr>
      </a:lvl1pPr>
    </p:titleStyle>
    <p:bodyStyle>
      <a:lvl1pPr marL="0" marR="0" lvl="0" indent="0" algn="l" rtl="0" hangingPunct="1">
        <a:lnSpc>
          <a:spcPct val="100000"/>
        </a:lnSpc>
        <a:spcBef>
          <a:spcPts val="641"/>
        </a:spcBef>
        <a:spcAft>
          <a:spcPts val="0"/>
        </a:spcAft>
        <a:buSzPct val="45000"/>
        <a:buFont typeface="OpenSymbol"/>
        <a:buChar char="●"/>
        <a:tabLst/>
        <a:defRPr lang="en-US" sz="32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Calibri"/>
          <a:ea typeface="Noto Sans CJK SC" pitchFamily="2"/>
          <a:cs typeface="Lohit Devanagari" pitchFamily="2"/>
        </a:defRPr>
      </a:lvl1pPr>
      <a:lvl2pPr marL="0" marR="0" lvl="1" indent="0" algn="l" rtl="0" hangingPunct="1">
        <a:lnSpc>
          <a:spcPct val="100000"/>
        </a:lnSpc>
        <a:spcBef>
          <a:spcPts val="561"/>
        </a:spcBef>
        <a:spcAft>
          <a:spcPts val="0"/>
        </a:spcAft>
        <a:buSzPct val="75000"/>
        <a:buFont typeface="OpenSymbol"/>
        <a:buChar char="–"/>
        <a:tabLst/>
        <a:defRPr lang="en-US" sz="28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Calibri"/>
          <a:ea typeface="Noto Sans CJK SC" pitchFamily="2"/>
          <a:cs typeface="Lohit Devanagari" pitchFamily="2"/>
        </a:defRPr>
      </a:lvl2pPr>
      <a:lvl3pPr marL="0" marR="0" lvl="2" indent="0" algn="l" rtl="0" hangingPunct="1">
        <a:lnSpc>
          <a:spcPct val="100000"/>
        </a:lnSpc>
        <a:spcBef>
          <a:spcPts val="479"/>
        </a:spcBef>
        <a:spcAft>
          <a:spcPts val="0"/>
        </a:spcAft>
        <a:buSzPct val="45000"/>
        <a:buFont typeface="OpenSymbol"/>
        <a:buChar char="●"/>
        <a:tabLst/>
        <a:defRPr lang="en-US" sz="2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Calibri"/>
          <a:ea typeface="Noto Sans CJK SC" pitchFamily="2"/>
          <a:cs typeface="Lohit Devanagari" pitchFamily="2"/>
        </a:defRPr>
      </a:lvl3pPr>
      <a:lvl4pPr marL="0" marR="0" lvl="3" indent="0" algn="l" rtl="0" hangingPunct="1">
        <a:lnSpc>
          <a:spcPct val="100000"/>
        </a:lnSpc>
        <a:spcBef>
          <a:spcPts val="400"/>
        </a:spcBef>
        <a:spcAft>
          <a:spcPts val="0"/>
        </a:spcAft>
        <a:buSzPct val="75000"/>
        <a:buFont typeface="OpenSymbol"/>
        <a:buChar char="–"/>
        <a:tabLst/>
        <a:defRPr lang="en-US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Calibri"/>
          <a:ea typeface="Noto Sans CJK SC" pitchFamily="2"/>
          <a:cs typeface="Lohit Devanagari" pitchFamily="2"/>
        </a:defRPr>
      </a:lvl4pPr>
      <a:lvl5pPr marL="0" marR="0" lvl="4" indent="0" algn="l" rtl="0" hangingPunct="1">
        <a:lnSpc>
          <a:spcPct val="100000"/>
        </a:lnSpc>
        <a:spcBef>
          <a:spcPts val="400"/>
        </a:spcBef>
        <a:spcAft>
          <a:spcPts val="0"/>
        </a:spcAft>
        <a:buSzPct val="45000"/>
        <a:buFont typeface="OpenSymbol"/>
        <a:buChar char="●"/>
        <a:tabLst/>
        <a:defRPr lang="en-US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Calibri"/>
          <a:ea typeface="Noto Sans CJK SC" pitchFamily="2"/>
          <a:cs typeface="Lohit Devanagari" pitchFamily="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5C7D8-D41E-86AD-5026-8FAE13F67D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26527-3D8E-20D1-E507-973B4B9FCA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692FFA-0742-5C5F-5F6F-4D2C1C2BBA0D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457200" y="6356520"/>
            <a:ext cx="2133360" cy="3646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ln>
                  <a:noFill/>
                </a:ln>
                <a:solidFill>
                  <a:srgbClr val="8B8B8B"/>
                </a:solidFill>
                <a:highlight>
                  <a:scrgbClr r="0" g="0" b="0">
                    <a:alpha val="0"/>
                  </a:scrgbClr>
                </a:highlight>
                <a:latin typeface="Calibri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104E2-C81B-8A33-CBCB-9013105BDD40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124079" y="6356520"/>
            <a:ext cx="2895120" cy="3646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6C8E29-7E36-2C85-55EC-C8BAF100DC8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6553080" y="6356520"/>
            <a:ext cx="2133360" cy="3646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ln>
                  <a:noFill/>
                </a:ln>
                <a:solidFill>
                  <a:srgbClr val="8B8B8B"/>
                </a:solidFill>
                <a:highlight>
                  <a:scrgbClr r="0" g="0" b="0">
                    <a:alpha val="0"/>
                  </a:scrgbClr>
                </a:highlight>
                <a:latin typeface="Calibri"/>
                <a:ea typeface="DejaVu Sans" pitchFamily="2"/>
                <a:cs typeface="Noto Sans" pitchFamily="2"/>
              </a:defRPr>
            </a:lvl1pPr>
          </a:lstStyle>
          <a:p>
            <a:pPr lvl="0"/>
            <a:fld id="{B744A152-A3E9-4BD1-BE5A-FE600658A00C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marL="0" marR="0" lvl="0" indent="0" algn="ctr" rtl="0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Calibri"/>
          <a:ea typeface="Noto Sans CJK SC" pitchFamily="2"/>
          <a:cs typeface="Lohit Devanagari" pitchFamily="2"/>
        </a:defRPr>
      </a:lvl1pPr>
    </p:titleStyle>
    <p:bodyStyle>
      <a:lvl1pPr marL="0" marR="0" lvl="0" indent="0" algn="l" rtl="0" hangingPunct="1">
        <a:lnSpc>
          <a:spcPct val="100000"/>
        </a:lnSpc>
        <a:spcBef>
          <a:spcPts val="641"/>
        </a:spcBef>
        <a:spcAft>
          <a:spcPts val="0"/>
        </a:spcAft>
        <a:buSzPct val="45000"/>
        <a:buFont typeface="OpenSymbol"/>
        <a:buChar char="●"/>
        <a:tabLst/>
        <a:defRPr lang="en-US" sz="32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Calibri"/>
          <a:ea typeface="Noto Sans CJK SC" pitchFamily="2"/>
          <a:cs typeface="Lohit Devanagari" pitchFamily="2"/>
        </a:defRPr>
      </a:lvl1pPr>
      <a:lvl2pPr marL="0" marR="0" lvl="1" indent="0" algn="l" rtl="0" hangingPunct="1">
        <a:lnSpc>
          <a:spcPct val="100000"/>
        </a:lnSpc>
        <a:spcBef>
          <a:spcPts val="561"/>
        </a:spcBef>
        <a:spcAft>
          <a:spcPts val="0"/>
        </a:spcAft>
        <a:buSzPct val="75000"/>
        <a:buFont typeface="OpenSymbol"/>
        <a:buChar char="–"/>
        <a:tabLst/>
        <a:defRPr lang="en-US" sz="28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Calibri"/>
          <a:ea typeface="Noto Sans CJK SC" pitchFamily="2"/>
          <a:cs typeface="Lohit Devanagari" pitchFamily="2"/>
        </a:defRPr>
      </a:lvl2pPr>
      <a:lvl3pPr marL="0" marR="0" lvl="2" indent="0" algn="l" rtl="0" hangingPunct="1">
        <a:lnSpc>
          <a:spcPct val="100000"/>
        </a:lnSpc>
        <a:spcBef>
          <a:spcPts val="479"/>
        </a:spcBef>
        <a:spcAft>
          <a:spcPts val="0"/>
        </a:spcAft>
        <a:buSzPct val="45000"/>
        <a:buFont typeface="OpenSymbol"/>
        <a:buChar char="●"/>
        <a:tabLst/>
        <a:defRPr lang="en-US" sz="2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Calibri"/>
          <a:ea typeface="Noto Sans CJK SC" pitchFamily="2"/>
          <a:cs typeface="Lohit Devanagari" pitchFamily="2"/>
        </a:defRPr>
      </a:lvl3pPr>
      <a:lvl4pPr marL="0" marR="0" lvl="3" indent="0" algn="l" rtl="0" hangingPunct="1">
        <a:lnSpc>
          <a:spcPct val="100000"/>
        </a:lnSpc>
        <a:spcBef>
          <a:spcPts val="400"/>
        </a:spcBef>
        <a:spcAft>
          <a:spcPts val="0"/>
        </a:spcAft>
        <a:buSzPct val="75000"/>
        <a:buFont typeface="OpenSymbol"/>
        <a:buChar char="–"/>
        <a:tabLst/>
        <a:defRPr lang="en-US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Calibri"/>
          <a:ea typeface="Noto Sans CJK SC" pitchFamily="2"/>
          <a:cs typeface="Lohit Devanagari" pitchFamily="2"/>
        </a:defRPr>
      </a:lvl4pPr>
      <a:lvl5pPr marL="0" marR="0" lvl="4" indent="0" algn="l" rtl="0" hangingPunct="1">
        <a:lnSpc>
          <a:spcPct val="100000"/>
        </a:lnSpc>
        <a:spcBef>
          <a:spcPts val="400"/>
        </a:spcBef>
        <a:spcAft>
          <a:spcPts val="0"/>
        </a:spcAft>
        <a:buSzPct val="45000"/>
        <a:buFont typeface="OpenSymbol"/>
        <a:buChar char="●"/>
        <a:tabLst/>
        <a:defRPr lang="en-US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Calibri"/>
          <a:ea typeface="Noto Sans CJK SC" pitchFamily="2"/>
          <a:cs typeface="Lohit Devanagari" pitchFamily="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D07D1-FC72-AC64-C628-112980322C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159" y="4406759"/>
            <a:ext cx="7772039" cy="136188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85A560-06F6-D336-13F1-154736736C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2159" y="2906640"/>
            <a:ext cx="7772039" cy="1499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C22AF-8935-5D61-D9E7-F14F5B0CDA8C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457200" y="6356520"/>
            <a:ext cx="2133360" cy="3646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ln>
                  <a:noFill/>
                </a:ln>
                <a:solidFill>
                  <a:srgbClr val="8B8B8B"/>
                </a:solidFill>
                <a:highlight>
                  <a:scrgbClr r="0" g="0" b="0">
                    <a:alpha val="0"/>
                  </a:scrgbClr>
                </a:highlight>
                <a:latin typeface="Calibri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74967-B9E6-3C99-B664-3EC4792861B7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124079" y="6356520"/>
            <a:ext cx="2895120" cy="3646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3FBEE-6AD4-B680-1D9C-2E7EB052C5B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6553080" y="6356520"/>
            <a:ext cx="2133360" cy="3646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ln>
                  <a:noFill/>
                </a:ln>
                <a:solidFill>
                  <a:srgbClr val="8B8B8B"/>
                </a:solidFill>
                <a:highlight>
                  <a:scrgbClr r="0" g="0" b="0">
                    <a:alpha val="0"/>
                  </a:scrgbClr>
                </a:highlight>
                <a:latin typeface="Calibri"/>
                <a:ea typeface="DejaVu Sans" pitchFamily="2"/>
                <a:cs typeface="Noto Sans" pitchFamily="2"/>
              </a:defRPr>
            </a:lvl1pPr>
          </a:lstStyle>
          <a:p>
            <a:pPr lvl="0"/>
            <a:fld id="{D8A9FFE3-D09A-4E35-B285-F8805C5AA6F2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marL="0" marR="0" lvl="0" indent="0" algn="l" rtl="0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4000" b="1" i="0" u="none" strike="noStrike" kern="1200" cap="all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Calibri"/>
          <a:ea typeface="Noto Sans CJK SC" pitchFamily="2"/>
          <a:cs typeface="Lohit Devanagari" pitchFamily="2"/>
        </a:defRPr>
      </a:lvl1pPr>
    </p:titleStyle>
    <p:bodyStyle>
      <a:lvl1pPr marL="0" marR="0" lvl="0" indent="0" algn="l" rtl="0" hangingPunct="1">
        <a:lnSpc>
          <a:spcPct val="100000"/>
        </a:lnSpc>
        <a:spcBef>
          <a:spcPts val="400"/>
        </a:spcBef>
        <a:spcAft>
          <a:spcPts val="0"/>
        </a:spcAft>
        <a:buSzPct val="45000"/>
        <a:buFont typeface="OpenSymbol"/>
        <a:buChar char="●"/>
        <a:tabLst>
          <a:tab pos="0" algn="l"/>
        </a:tabLst>
        <a:defRPr lang="en-US" sz="2000" b="0" i="0" u="none" strike="noStrike" kern="1200" cap="none" spc="0" baseline="0">
          <a:ln>
            <a:noFill/>
          </a:ln>
          <a:solidFill>
            <a:srgbClr val="8B8B8B"/>
          </a:solidFill>
          <a:highlight>
            <a:scrgbClr r="0" g="0" b="0">
              <a:alpha val="0"/>
            </a:scrgbClr>
          </a:highlight>
          <a:latin typeface="Calibri"/>
          <a:ea typeface="Noto Sans CJK SC" pitchFamily="2"/>
          <a:cs typeface="Lohit Devanagari" pitchFamily="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78C8-73E3-DCD0-A329-D762A0054A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BDA89-CE82-4E62-EE3A-F6C355AD11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119" cy="45255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7FAE6B-68A4-52B2-1114-268F10D44F58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4648320" y="1600200"/>
            <a:ext cx="4038119" cy="45255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FBB75C-775E-BB18-823F-1949C5EAB444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457200" y="6356520"/>
            <a:ext cx="2133360" cy="3646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ln>
                  <a:noFill/>
                </a:ln>
                <a:solidFill>
                  <a:srgbClr val="8B8B8B"/>
                </a:solidFill>
                <a:highlight>
                  <a:scrgbClr r="0" g="0" b="0">
                    <a:alpha val="0"/>
                  </a:scrgbClr>
                </a:highlight>
                <a:latin typeface="Calibri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0C360-0DAD-5FC8-BEB8-0F45EEE1D945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124079" y="6356520"/>
            <a:ext cx="2895120" cy="3646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FE6745-A7E8-C0EB-80D5-1C57EDF7ED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6553080" y="6356520"/>
            <a:ext cx="2133360" cy="3646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ln>
                  <a:noFill/>
                </a:ln>
                <a:solidFill>
                  <a:srgbClr val="8B8B8B"/>
                </a:solidFill>
                <a:highlight>
                  <a:scrgbClr r="0" g="0" b="0">
                    <a:alpha val="0"/>
                  </a:scrgbClr>
                </a:highlight>
                <a:latin typeface="Calibri"/>
                <a:ea typeface="DejaVu Sans" pitchFamily="2"/>
                <a:cs typeface="Noto Sans" pitchFamily="2"/>
              </a:defRPr>
            </a:lvl1pPr>
          </a:lstStyle>
          <a:p>
            <a:pPr lvl="0"/>
            <a:fld id="{1F37AD63-053A-493B-B547-68CB307BBC28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marL="0" marR="0" lvl="0" indent="0" algn="ctr" rtl="0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Calibri"/>
          <a:ea typeface="Noto Sans CJK SC" pitchFamily="2"/>
          <a:cs typeface="Lohit Devanagari" pitchFamily="2"/>
        </a:defRPr>
      </a:lvl1pPr>
    </p:titleStyle>
    <p:bodyStyle>
      <a:lvl1pPr marL="0" marR="0" lvl="0" indent="0" algn="l" rtl="0" hangingPunct="1">
        <a:lnSpc>
          <a:spcPct val="100000"/>
        </a:lnSpc>
        <a:spcBef>
          <a:spcPts val="561"/>
        </a:spcBef>
        <a:spcAft>
          <a:spcPts val="0"/>
        </a:spcAft>
        <a:buClr>
          <a:srgbClr val="000000"/>
        </a:buClr>
        <a:buSzPct val="100000"/>
        <a:buFont typeface="Arial"/>
        <a:buChar char="•"/>
        <a:tabLst/>
        <a:defRPr lang="en-US" sz="28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Calibri"/>
          <a:ea typeface="Noto Sans CJK SC" pitchFamily="2"/>
          <a:cs typeface="Lohit Devanagari" pitchFamily="2"/>
        </a:defRPr>
      </a:lvl1pPr>
      <a:lvl2pPr marL="0" marR="0" lvl="1" indent="0" algn="l" rtl="0" hangingPunct="1">
        <a:lnSpc>
          <a:spcPct val="100000"/>
        </a:lnSpc>
        <a:spcBef>
          <a:spcPts val="479"/>
        </a:spcBef>
        <a:spcAft>
          <a:spcPts val="0"/>
        </a:spcAft>
        <a:buClr>
          <a:srgbClr val="000000"/>
        </a:buClr>
        <a:buSzPct val="100000"/>
        <a:buFont typeface="Arial"/>
        <a:buChar char="–"/>
        <a:tabLst/>
        <a:defRPr lang="en-US" sz="2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Calibri"/>
          <a:ea typeface="Noto Sans CJK SC" pitchFamily="2"/>
          <a:cs typeface="Lohit Devanagari" pitchFamily="2"/>
        </a:defRPr>
      </a:lvl2pPr>
      <a:lvl3pPr marL="0" marR="0" lvl="2" indent="0" algn="l" rtl="0" hangingPunct="1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ct val="100000"/>
        <a:buFont typeface="Arial"/>
        <a:buChar char="•"/>
        <a:tabLst/>
        <a:defRPr lang="en-US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Calibri"/>
          <a:ea typeface="Noto Sans CJK SC" pitchFamily="2"/>
          <a:cs typeface="Lohit Devanagari" pitchFamily="2"/>
        </a:defRPr>
      </a:lvl3pPr>
      <a:lvl4pPr marL="0" marR="0" lvl="3" indent="0" algn="l" rtl="0" hangingPunct="1">
        <a:lnSpc>
          <a:spcPct val="100000"/>
        </a:lnSpc>
        <a:spcBef>
          <a:spcPts val="360"/>
        </a:spcBef>
        <a:spcAft>
          <a:spcPts val="0"/>
        </a:spcAft>
        <a:buClr>
          <a:srgbClr val="000000"/>
        </a:buClr>
        <a:buSzPct val="100000"/>
        <a:buFont typeface="Arial"/>
        <a:buChar char="–"/>
        <a:tabLst/>
        <a:defRPr lang="en-US" sz="18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Calibri"/>
          <a:ea typeface="Noto Sans CJK SC" pitchFamily="2"/>
          <a:cs typeface="Lohit Devanagari" pitchFamily="2"/>
        </a:defRPr>
      </a:lvl4pPr>
      <a:lvl5pPr marL="0" marR="0" lvl="4" indent="0" algn="l" rtl="0" hangingPunct="1">
        <a:lnSpc>
          <a:spcPct val="100000"/>
        </a:lnSpc>
        <a:spcBef>
          <a:spcPts val="360"/>
        </a:spcBef>
        <a:spcAft>
          <a:spcPts val="0"/>
        </a:spcAft>
        <a:buClr>
          <a:srgbClr val="000000"/>
        </a:buClr>
        <a:buSzPct val="100000"/>
        <a:buFont typeface="Arial"/>
        <a:buChar char="»"/>
        <a:tabLst/>
        <a:defRPr lang="en-US" sz="18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Calibri"/>
          <a:ea typeface="Noto Sans CJK SC" pitchFamily="2"/>
          <a:cs typeface="Lohit Devanagari" pitchFamily="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9148D-B4C7-763A-28F8-274A673209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DA5F1-6BF0-7F3C-0DFA-73181E8698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535039"/>
            <a:ext cx="4039920" cy="6393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1B04B3-6FE0-E2F8-52DE-FC766101FFC5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505C32-AAD1-FC61-2CB6-5DF015F5F4B7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4645080" y="1535039"/>
            <a:ext cx="4041359" cy="6393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DB3E7F-7889-1A60-AA79-2F02BBF54E0C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4645080" y="2174760"/>
            <a:ext cx="4041359" cy="3951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10B6E9-7407-AF76-BD55-70277AA3DA4B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457200" y="6356520"/>
            <a:ext cx="2133360" cy="3646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ln>
                  <a:noFill/>
                </a:ln>
                <a:solidFill>
                  <a:srgbClr val="8B8B8B"/>
                </a:solidFill>
                <a:highlight>
                  <a:scrgbClr r="0" g="0" b="0">
                    <a:alpha val="0"/>
                  </a:scrgbClr>
                </a:highlight>
                <a:latin typeface="Calibri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DE2BB5-341F-FB56-DEEF-89FA81C47D86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124079" y="6356520"/>
            <a:ext cx="2895120" cy="3646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EB10BE-B069-2C8E-408B-EDBA35E2081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6553080" y="6356520"/>
            <a:ext cx="2133360" cy="3646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ln>
                  <a:noFill/>
                </a:ln>
                <a:solidFill>
                  <a:srgbClr val="8B8B8B"/>
                </a:solidFill>
                <a:highlight>
                  <a:scrgbClr r="0" g="0" b="0">
                    <a:alpha val="0"/>
                  </a:scrgbClr>
                </a:highlight>
                <a:latin typeface="Calibri"/>
                <a:ea typeface="DejaVu Sans" pitchFamily="2"/>
                <a:cs typeface="Noto Sans" pitchFamily="2"/>
              </a:defRPr>
            </a:lvl1pPr>
          </a:lstStyle>
          <a:p>
            <a:pPr lvl="0"/>
            <a:fld id="{0FFE44DE-365D-4F6D-8023-29661B166299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marL="0" marR="0" lvl="0" indent="0" algn="ctr" rtl="0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Calibri"/>
          <a:ea typeface="Noto Sans CJK SC" pitchFamily="2"/>
          <a:cs typeface="Lohit Devanagari" pitchFamily="2"/>
        </a:defRPr>
      </a:lvl1pPr>
    </p:titleStyle>
    <p:bodyStyle>
      <a:lvl1pPr marL="0" marR="0" lvl="0" indent="0" algn="l" rtl="0" hangingPunct="1">
        <a:lnSpc>
          <a:spcPct val="100000"/>
        </a:lnSpc>
        <a:spcBef>
          <a:spcPts val="479"/>
        </a:spcBef>
        <a:spcAft>
          <a:spcPts val="0"/>
        </a:spcAft>
        <a:buClr>
          <a:srgbClr val="000000"/>
        </a:buClr>
        <a:buSzPct val="100000"/>
        <a:buFont typeface="Arial"/>
        <a:buChar char="•"/>
        <a:tabLst/>
        <a:defRPr lang="en-US" sz="2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Calibri"/>
          <a:ea typeface="Noto Sans CJK SC" pitchFamily="2"/>
          <a:cs typeface="Lohit Devanagari" pitchFamily="2"/>
        </a:defRPr>
      </a:lvl1pPr>
      <a:lvl2pPr marL="0" marR="0" lvl="1" indent="0" algn="l" rtl="0" hangingPunct="1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ct val="100000"/>
        <a:buFont typeface="Arial"/>
        <a:buChar char="–"/>
        <a:tabLst/>
        <a:defRPr lang="en-US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Calibri"/>
          <a:ea typeface="Noto Sans CJK SC" pitchFamily="2"/>
          <a:cs typeface="Lohit Devanagari" pitchFamily="2"/>
        </a:defRPr>
      </a:lvl2pPr>
      <a:lvl3pPr marL="0" marR="0" lvl="2" indent="0" algn="l" rtl="0" hangingPunct="1">
        <a:lnSpc>
          <a:spcPct val="100000"/>
        </a:lnSpc>
        <a:spcBef>
          <a:spcPts val="360"/>
        </a:spcBef>
        <a:spcAft>
          <a:spcPts val="0"/>
        </a:spcAft>
        <a:buClr>
          <a:srgbClr val="000000"/>
        </a:buClr>
        <a:buSzPct val="100000"/>
        <a:buFont typeface="Arial"/>
        <a:buChar char="•"/>
        <a:tabLst/>
        <a:defRPr lang="en-US" sz="18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Calibri"/>
          <a:ea typeface="Noto Sans CJK SC" pitchFamily="2"/>
          <a:cs typeface="Lohit Devanagari" pitchFamily="2"/>
        </a:defRPr>
      </a:lvl3pPr>
      <a:lvl4pPr marL="0" marR="0" lvl="3" indent="0" algn="l" rtl="0" hangingPunct="1">
        <a:lnSpc>
          <a:spcPct val="100000"/>
        </a:lnSpc>
        <a:spcBef>
          <a:spcPts val="320"/>
        </a:spcBef>
        <a:spcAft>
          <a:spcPts val="0"/>
        </a:spcAft>
        <a:buClr>
          <a:srgbClr val="000000"/>
        </a:buClr>
        <a:buSzPct val="100000"/>
        <a:buFont typeface="Arial"/>
        <a:buChar char="–"/>
        <a:tabLst/>
        <a:defRPr lang="en-US" sz="16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Calibri"/>
          <a:ea typeface="Noto Sans CJK SC" pitchFamily="2"/>
          <a:cs typeface="Lohit Devanagari" pitchFamily="2"/>
        </a:defRPr>
      </a:lvl4pPr>
      <a:lvl5pPr marL="0" marR="0" lvl="4" indent="0" algn="l" rtl="0" hangingPunct="1">
        <a:lnSpc>
          <a:spcPct val="100000"/>
        </a:lnSpc>
        <a:spcBef>
          <a:spcPts val="320"/>
        </a:spcBef>
        <a:spcAft>
          <a:spcPts val="0"/>
        </a:spcAft>
        <a:buClr>
          <a:srgbClr val="000000"/>
        </a:buClr>
        <a:buSzPct val="100000"/>
        <a:buFont typeface="Arial"/>
        <a:buChar char="»"/>
        <a:tabLst/>
        <a:defRPr lang="en-US" sz="16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Calibri"/>
          <a:ea typeface="Noto Sans CJK SC" pitchFamily="2"/>
          <a:cs typeface="Lohit Devanagari" pitchFamily="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0368E-E38D-0125-3F94-EDAFF8BDBA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A03B67-E8B8-FFA6-08BB-7EA25F1E7C29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457200" y="6356520"/>
            <a:ext cx="2133360" cy="3646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ln>
                  <a:noFill/>
                </a:ln>
                <a:solidFill>
                  <a:srgbClr val="8B8B8B"/>
                </a:solidFill>
                <a:highlight>
                  <a:scrgbClr r="0" g="0" b="0">
                    <a:alpha val="0"/>
                  </a:scrgbClr>
                </a:highlight>
                <a:latin typeface="Calibri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3A7BEF-387E-8C36-DB7D-3429D4624CC7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124079" y="6356520"/>
            <a:ext cx="2895120" cy="3646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DEBB88-A9A7-A158-5382-A35248046F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6553080" y="6356520"/>
            <a:ext cx="2133360" cy="3646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ln>
                  <a:noFill/>
                </a:ln>
                <a:solidFill>
                  <a:srgbClr val="8B8B8B"/>
                </a:solidFill>
                <a:highlight>
                  <a:scrgbClr r="0" g="0" b="0">
                    <a:alpha val="0"/>
                  </a:scrgbClr>
                </a:highlight>
                <a:latin typeface="Calibri"/>
                <a:ea typeface="DejaVu Sans" pitchFamily="2"/>
                <a:cs typeface="Noto Sans" pitchFamily="2"/>
              </a:defRPr>
            </a:lvl1pPr>
          </a:lstStyle>
          <a:p>
            <a:pPr lvl="0"/>
            <a:fld id="{B3D52F3D-E9F6-472D-BB01-289D6BFDBB29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marL="0" marR="0" lvl="0" indent="0" algn="ctr" rtl="0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Calibri"/>
          <a:ea typeface="Noto Sans CJK SC" pitchFamily="2"/>
          <a:cs typeface="Lohit Devanagari" pitchFamily="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E95F60-1410-16B1-068E-7DB243E51B9E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457200" y="6356520"/>
            <a:ext cx="2133360" cy="3646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ln>
                  <a:noFill/>
                </a:ln>
                <a:solidFill>
                  <a:srgbClr val="8B8B8B"/>
                </a:solidFill>
                <a:highlight>
                  <a:scrgbClr r="0" g="0" b="0">
                    <a:alpha val="0"/>
                  </a:scrgbClr>
                </a:highlight>
                <a:latin typeface="Calibri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11640C-4A01-2928-B5BC-237CA56507CE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124079" y="6356520"/>
            <a:ext cx="2895120" cy="3646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D5AC96-9B3B-6722-7E2F-777D1E0B727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6553080" y="6356520"/>
            <a:ext cx="2133360" cy="3646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ln>
                  <a:noFill/>
                </a:ln>
                <a:solidFill>
                  <a:srgbClr val="8B8B8B"/>
                </a:solidFill>
                <a:highlight>
                  <a:scrgbClr r="0" g="0" b="0">
                    <a:alpha val="0"/>
                  </a:scrgbClr>
                </a:highlight>
                <a:latin typeface="Calibri"/>
                <a:ea typeface="DejaVu Sans" pitchFamily="2"/>
                <a:cs typeface="Noto Sans" pitchFamily="2"/>
              </a:defRPr>
            </a:lvl1pPr>
          </a:lstStyle>
          <a:p>
            <a:pPr lvl="0"/>
            <a:fld id="{86922D76-E911-456D-8555-A50FCA737AA0}" type="slidenum">
              <a:t>‹#›</a:t>
            </a:fld>
            <a:endParaRPr lang="en-US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30965931-7867-652F-92A2-C5935D597B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8BC587B-D2A7-FEE5-159D-8EDF3763B0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080" cy="39772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hangingPunct="1">
        <a:lnSpc>
          <a:spcPct val="100000"/>
        </a:lnSpc>
        <a:tabLst/>
        <a:defRPr lang="en-US" sz="18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Calibri"/>
        </a:defRPr>
      </a:lvl1pPr>
    </p:titleStyle>
    <p:bodyStyle>
      <a:lvl1pPr algn="l" hangingPunct="1">
        <a:lnSpc>
          <a:spcPct val="100000"/>
        </a:lnSpc>
        <a:spcBef>
          <a:spcPts val="1417"/>
        </a:spcBef>
        <a:spcAft>
          <a:spcPts val="0"/>
        </a:spcAft>
        <a:tabLst/>
        <a:defRPr lang="en-US" sz="32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Calibri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81C0D-BDD3-278D-BCD5-6E43C71D62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044ED-0C59-075F-217C-32C9309392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75159" y="272880"/>
            <a:ext cx="5111279" cy="585288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98F9A7-DC0A-4F3C-AF72-BA414E91D8A4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35BC82-67C7-A123-A72E-AE24AC59F8E6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457200" y="6356520"/>
            <a:ext cx="2133360" cy="3646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ln>
                  <a:noFill/>
                </a:ln>
                <a:solidFill>
                  <a:srgbClr val="8B8B8B"/>
                </a:solidFill>
                <a:highlight>
                  <a:scrgbClr r="0" g="0" b="0">
                    <a:alpha val="0"/>
                  </a:scrgbClr>
                </a:highlight>
                <a:latin typeface="Calibri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05EF4A-3FB2-11DE-530E-7700FE7F1C67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124079" y="6356520"/>
            <a:ext cx="2895120" cy="3646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8390F7-AE0B-C2EB-CB20-5A4C7CB5FDD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6553080" y="6356520"/>
            <a:ext cx="2133360" cy="3646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ln>
                  <a:noFill/>
                </a:ln>
                <a:solidFill>
                  <a:srgbClr val="8B8B8B"/>
                </a:solidFill>
                <a:highlight>
                  <a:scrgbClr r="0" g="0" b="0">
                    <a:alpha val="0"/>
                  </a:scrgbClr>
                </a:highlight>
                <a:latin typeface="Calibri"/>
                <a:ea typeface="DejaVu Sans" pitchFamily="2"/>
                <a:cs typeface="Noto Sans" pitchFamily="2"/>
              </a:defRPr>
            </a:lvl1pPr>
          </a:lstStyle>
          <a:p>
            <a:pPr lvl="0"/>
            <a:fld id="{B72AE64C-99E3-4FD3-8FA3-95C45B38091A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marL="0" marR="0" lvl="0" indent="0" algn="l" rtl="0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2000" b="1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Calibri"/>
          <a:ea typeface="Noto Sans CJK SC" pitchFamily="2"/>
          <a:cs typeface="Lohit Devanagari" pitchFamily="2"/>
        </a:defRPr>
      </a:lvl1pPr>
    </p:titleStyle>
    <p:bodyStyle>
      <a:lvl1pPr marL="0" marR="0" lvl="0" indent="0" algn="l" rtl="0" hangingPunct="1">
        <a:lnSpc>
          <a:spcPct val="100000"/>
        </a:lnSpc>
        <a:spcBef>
          <a:spcPts val="281"/>
        </a:spcBef>
        <a:spcAft>
          <a:spcPts val="0"/>
        </a:spcAft>
        <a:buNone/>
        <a:tabLst>
          <a:tab pos="0" algn="l"/>
        </a:tabLst>
        <a:defRPr lang="en-US" sz="1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Calibri"/>
          <a:ea typeface="Noto Sans CJK SC" pitchFamily="2"/>
          <a:cs typeface="Lohit Devanagari" pitchFamily="2"/>
        </a:defRPr>
      </a:lvl1pPr>
      <a:lvl2pPr marL="0" marR="0" lvl="1" indent="0" algn="l" rtl="0" hangingPunct="1">
        <a:lnSpc>
          <a:spcPct val="100000"/>
        </a:lnSpc>
        <a:spcBef>
          <a:spcPts val="561"/>
        </a:spcBef>
        <a:spcAft>
          <a:spcPts val="0"/>
        </a:spcAft>
        <a:buSzPct val="75000"/>
        <a:buFont typeface="OpenSymbol"/>
        <a:buChar char="–"/>
        <a:tabLst/>
        <a:defRPr lang="en-US" sz="28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Calibri"/>
          <a:ea typeface="Noto Sans CJK SC" pitchFamily="2"/>
          <a:cs typeface="Lohit Devanagari" pitchFamily="2"/>
        </a:defRPr>
      </a:lvl2pPr>
      <a:lvl3pPr marL="0" marR="0" lvl="2" indent="0" algn="l" rtl="0" hangingPunct="1">
        <a:lnSpc>
          <a:spcPct val="100000"/>
        </a:lnSpc>
        <a:spcBef>
          <a:spcPts val="479"/>
        </a:spcBef>
        <a:spcAft>
          <a:spcPts val="0"/>
        </a:spcAft>
        <a:buSzPct val="45000"/>
        <a:buFont typeface="OpenSymbol"/>
        <a:buChar char="●"/>
        <a:tabLst/>
        <a:defRPr lang="en-US" sz="2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Calibri"/>
          <a:ea typeface="Noto Sans CJK SC" pitchFamily="2"/>
          <a:cs typeface="Lohit Devanagari" pitchFamily="2"/>
        </a:defRPr>
      </a:lvl3pPr>
      <a:lvl4pPr marL="0" marR="0" lvl="3" indent="0" algn="l" rtl="0" hangingPunct="1">
        <a:lnSpc>
          <a:spcPct val="100000"/>
        </a:lnSpc>
        <a:spcBef>
          <a:spcPts val="400"/>
        </a:spcBef>
        <a:spcAft>
          <a:spcPts val="0"/>
        </a:spcAft>
        <a:buSzPct val="75000"/>
        <a:buFont typeface="OpenSymbol"/>
        <a:buChar char="–"/>
        <a:tabLst/>
        <a:defRPr lang="en-US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Calibri"/>
          <a:ea typeface="Noto Sans CJK SC" pitchFamily="2"/>
          <a:cs typeface="Lohit Devanagari" pitchFamily="2"/>
        </a:defRPr>
      </a:lvl4pPr>
      <a:lvl5pPr marL="0" marR="0" lvl="4" indent="0" algn="l" rtl="0" hangingPunct="1">
        <a:lnSpc>
          <a:spcPct val="100000"/>
        </a:lnSpc>
        <a:spcBef>
          <a:spcPts val="400"/>
        </a:spcBef>
        <a:spcAft>
          <a:spcPts val="0"/>
        </a:spcAft>
        <a:buSzPct val="45000"/>
        <a:buFont typeface="OpenSymbol"/>
        <a:buChar char="●"/>
        <a:tabLst/>
        <a:defRPr lang="en-US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Calibri"/>
          <a:ea typeface="Noto Sans CJK SC" pitchFamily="2"/>
          <a:cs typeface="Lohit Devanagari" pitchFamily="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295D0-AA80-7409-A7D0-B9CE5D3A43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987EFC-C685-A344-E024-4F555517E4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FBE016-E1C6-6D3F-DB6A-79C89423438A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E40B74-D2FE-9B91-CB72-8256DC9F73FA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457200" y="6356520"/>
            <a:ext cx="2133360" cy="3646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ln>
                  <a:noFill/>
                </a:ln>
                <a:solidFill>
                  <a:srgbClr val="8B8B8B"/>
                </a:solidFill>
                <a:highlight>
                  <a:scrgbClr r="0" g="0" b="0">
                    <a:alpha val="0"/>
                  </a:scrgbClr>
                </a:highlight>
                <a:latin typeface="Calibri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510AA6-20A0-6A15-B9F3-506748DAF1D6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124079" y="6356520"/>
            <a:ext cx="2895120" cy="3646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1F1092-5FD3-4170-E8FB-BD4EF3E5DFE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6553080" y="6356520"/>
            <a:ext cx="2133360" cy="3646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ln>
                  <a:noFill/>
                </a:ln>
                <a:solidFill>
                  <a:srgbClr val="8B8B8B"/>
                </a:solidFill>
                <a:highlight>
                  <a:scrgbClr r="0" g="0" b="0">
                    <a:alpha val="0"/>
                  </a:scrgbClr>
                </a:highlight>
                <a:latin typeface="Calibri"/>
                <a:ea typeface="DejaVu Sans" pitchFamily="2"/>
                <a:cs typeface="Noto Sans" pitchFamily="2"/>
              </a:defRPr>
            </a:lvl1pPr>
          </a:lstStyle>
          <a:p>
            <a:pPr lvl="0"/>
            <a:fld id="{E1421F39-2E59-4075-AEE9-1A5A238B5CFA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marL="0" marR="0" lvl="0" indent="0" algn="l" rtl="0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2000" b="1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Calibri"/>
          <a:ea typeface="Noto Sans CJK SC" pitchFamily="2"/>
          <a:cs typeface="Lohit Devanagari" pitchFamily="2"/>
        </a:defRPr>
      </a:lvl1pPr>
    </p:titleStyle>
    <p:bodyStyle>
      <a:lvl1pPr marL="0" marR="0" lvl="0" indent="0" algn="l" rtl="0" hangingPunct="1">
        <a:lnSpc>
          <a:spcPct val="100000"/>
        </a:lnSpc>
        <a:spcBef>
          <a:spcPts val="281"/>
        </a:spcBef>
        <a:spcAft>
          <a:spcPts val="0"/>
        </a:spcAft>
        <a:buNone/>
        <a:tabLst>
          <a:tab pos="0" algn="l"/>
        </a:tabLst>
        <a:defRPr lang="en-US" sz="1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Calibri"/>
          <a:ea typeface="Noto Sans CJK SC" pitchFamily="2"/>
          <a:cs typeface="Lohit Devanagari" pitchFamily="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D9FB5-AFAE-3A41-52A1-724F26431E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7426BE-3397-1935-46D1-612EB7A9DA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D5795-EDFF-40C3-399A-503247DD4E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C52C82-0329-AAA2-CDE2-1D664D43F5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4CAF7-BF95-1928-440D-39EA87B6F8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84C1C-8CD6-7F1D-3367-6EC502FC58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15C43-FA6A-72FA-8598-258292C373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8CBAED-77FE-99BF-091E-6D2E77A995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C21C7-3ABD-BA19-9190-CE572C0015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5822B5-E6E4-9B99-4C0C-3FCD8D1064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16BE1-CBBA-7939-6EB6-994D194BC1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6A9F98-ECAF-3784-9EE4-DEEB509A95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C3949-C648-A531-AD1F-64FAC9D802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4D2A3-3410-FFD1-BC3C-45EB24A452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 Slid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itle and Vertical Tex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Vertical Title and Tex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Title and Conten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Section Header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Two Conten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Compariso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8.xml><?xml version="1.0" encoding="utf-8"?>
<a:theme xmlns:a="http://schemas.openxmlformats.org/drawingml/2006/main" name="Title Onl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9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0.xml><?xml version="1.0" encoding="utf-8"?>
<a:theme xmlns:a="http://schemas.openxmlformats.org/drawingml/2006/main" name="Content with Captio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1.xml><?xml version="1.0" encoding="utf-8"?>
<a:theme xmlns:a="http://schemas.openxmlformats.org/drawingml/2006/main" name="Picture with Captio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7</vt:i4>
      </vt:variant>
    </vt:vector>
  </HeadingPairs>
  <TitlesOfParts>
    <vt:vector size="24" baseType="lpstr">
      <vt:lpstr>Aptos</vt:lpstr>
      <vt:lpstr>Arial</vt:lpstr>
      <vt:lpstr>Calibri</vt:lpstr>
      <vt:lpstr>Liberation Sans</vt:lpstr>
      <vt:lpstr>Liberation Serif</vt:lpstr>
      <vt:lpstr>OpenSymbol</vt:lpstr>
      <vt:lpstr>Title Slide</vt:lpstr>
      <vt:lpstr>Title and Vertical Text</vt:lpstr>
      <vt:lpstr>Vertical Title and Text</vt:lpstr>
      <vt:lpstr>Title and Content</vt:lpstr>
      <vt:lpstr>Section Header</vt:lpstr>
      <vt:lpstr>Two Content</vt:lpstr>
      <vt:lpstr>Comparison</vt:lpstr>
      <vt:lpstr>Title Only</vt:lpstr>
      <vt:lpstr>Blank</vt:lpstr>
      <vt:lpstr>Content with Caption</vt:lpstr>
      <vt:lpstr>Picture with Caption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SpaceRF: VLF Receiver Frontend</dc:title>
  <dc:subject>Seven-slide technical science fair presentation</dc:subject>
  <dc:creator>Project SpaceRF</dc:creator>
  <cp:keywords>VLF,SDR,ionosphere,VTX3,solar,flare,electronics</cp:keywords>
  <dc:description>generated using python-pptx</dc:description>
  <cp:lastModifiedBy>app</cp:lastModifiedBy>
  <cp:revision>2</cp:revision>
  <dcterms:created xsi:type="dcterms:W3CDTF">2013-01-27T09:14:16Z</dcterms:created>
  <dcterms:modified xsi:type="dcterms:W3CDTF">2026-10-23T15:57:38Z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PresentationFormat">
    <vt:lpwstr>On-screen Show (4:3)</vt:lpwstr>
  </property>
</Properties>
</file>